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227" autoAdjust="0"/>
    <p:restoredTop sz="86435" autoAdjust="0"/>
  </p:normalViewPr>
  <p:slideViewPr>
    <p:cSldViewPr snapToGrid="0">
      <p:cViewPr varScale="1">
        <p:scale>
          <a:sx n="27" d="100"/>
          <a:sy n="27" d="100"/>
        </p:scale>
        <p:origin x="72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7144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2024/3/23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2024/3/23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resou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&#28909;&#25628;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gzr.docx?" TargetMode="External"/><Relationship Id="rId13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3" Type="http://schemas.openxmlformats.org/officeDocument/2006/relationships/hyperlink" Target="https://officeweb365.101eduyun.com/?ssl=1&amp;furl=https://bukehi.github.io/BukehiWeb/fiction/wxzw.docx?" TargetMode="External"/><Relationship Id="rId7" Type="http://schemas.openxmlformats.org/officeDocument/2006/relationships/hyperlink" Target="https://officeweb365.101eduyun.com/?ssl=1&amp;furl=https://bukehi.github.io/BukehiWeb/fiction/qqft_bnswxsj.docx?" TargetMode="External"/><Relationship Id="rId12" Type="http://schemas.openxmlformats.org/officeDocument/2006/relationships/hyperlink" Target="https://officeweb365.101eduyun.com/?ssl=1&amp;furl=https://bukehi.github.io/BukehiWeb/fiction/05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ms_wdgjcbbrdyg.docx?" TargetMode="External"/><Relationship Id="rId11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5" Type="http://schemas.openxmlformats.org/officeDocument/2006/relationships/hyperlink" Target="https://officeweb365.101eduyun.com/?ssl=1&amp;furl=https://bukehi.github.io/BukehiWeb/fiction/mscjxmb.docx?" TargetMode="External"/><Relationship Id="rId15" Type="http://schemas.openxmlformats.org/officeDocument/2006/relationships/hyperlink" Target="https://officeweb365.101eduyun.com/?ssl=1&amp;furl=https://bukehi.github.io/BukehiWeb/fiction/&#21407;&#31070;&#20043;&#27704;&#24658;&#32773;.docx?" TargetMode="External"/><Relationship Id="rId10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4" Type="http://schemas.openxmlformats.org/officeDocument/2006/relationships/hyperlink" Target="https://officeweb365.101eduyun.com/?ssl=1&amp;furl=https://bukehi.github.io/BukehiWeb/fiction/lpsj.docx?" TargetMode="External"/><Relationship Id="rId9" Type="http://schemas.openxmlformats.org/officeDocument/2006/relationships/hyperlink" Target="https://officeweb365.101eduyun.com/?ssl=1&amp;furl=https://bukehi.github.io/BukehiWeb/fiction/dldljstm.docx?" TargetMode="External"/><Relationship Id="rId14" Type="http://schemas.openxmlformats.org/officeDocument/2006/relationships/hyperlink" Target="https://officeweb365.101eduyun.com/?ssl=1&amp;furl=https://bukehi.github.io/BukehiWeb/fiction/&#27861;&#32769;&#29579;&#30340;&#29483;&#30270;&#30151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2" Type="http://schemas.openxmlformats.org/officeDocument/2006/relationships/hyperlink" Target="https://officeweb365.101eduyun.com/?ssl=1&amp;furl=https://bukehi.github.io/BukehiWeb/fiction/06++++&#24120;&#32771;&#39064;&#31354;5&#12288;&#24037;&#33402;&#27969;&#31243;&#20013;&#21270;&#23398;(&#31163;&#23376;)&#26041;&#31243;&#24335;&#30340;&#20070;&#20889;+&#65288;&#38468;&#31572;&#26696;&#35299;&#26512;&#65289;-&#22791;&#25112;2023&#24180;&#39640;&#32771;&#21270;&#23398;&#22823;&#39064;&#36880;&#31354;&#31361;&#30772;&#31995;&#21015;&#65288;&#20840;&#22269;&#36890;&#29992;&#65289;.docx?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hy5.pptx?" TargetMode="External"/><Relationship Id="rId18" Type="http://schemas.openxmlformats.org/officeDocument/2006/relationships/hyperlink" Target="https://officeweb365.101eduyun.com/?ssl=1&amp;furl=https://bukehi.github.io/BukehiWeb/power%20point/cl3.pptx?" TargetMode="External"/><Relationship Id="rId26" Type="http://schemas.openxmlformats.org/officeDocument/2006/relationships/hyperlink" Target="https://officeweb365.101eduyun.com/?ssl=1&amp;furl=https://bukehi.github.io/BukehiWeb/power%20point/sr4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hy1.pptx?" TargetMode="External"/><Relationship Id="rId34" Type="http://schemas.openxmlformats.org/officeDocument/2006/relationships/hyperlink" Target="https://officeweb365.101eduyun.com/?ssl=1&amp;furl=https://bukehi.github.io/BukehiWeb/power%20point/nszx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hy4.pptx?" TargetMode="External"/><Relationship Id="rId17" Type="http://schemas.openxmlformats.org/officeDocument/2006/relationships/hyperlink" Target="https://officeweb365.101eduyun.com/?ssl=1&amp;furl=https://bukehi.github.io/BukehiWeb/power%20point/mi2.pptx?" TargetMode="External"/><Relationship Id="rId25" Type="http://schemas.openxmlformats.org/officeDocument/2006/relationships/hyperlink" Target="https://officeweb365.101eduyun.com/?ssl=1&amp;furl=https://bukehi.github.io/BukehiWeb/power%20point/sr3.pptx?" TargetMode="External"/><Relationship Id="rId33" Type="http://schemas.openxmlformats.org/officeDocument/2006/relationships/hyperlink" Target="https://officeweb365.101eduyun.com/?ssl=1&amp;furl=https://bukehi.github.io/BukehiWeb/power%20point/cl2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mi.pptx?" TargetMode="External"/><Relationship Id="rId20" Type="http://schemas.openxmlformats.org/officeDocument/2006/relationships/hyperlink" Target="https://officeweb365.101eduyun.com/?ssl=1&amp;furl=https://bukehi.github.io/BukehiWeb/power%20point/hy2.pptx?" TargetMode="External"/><Relationship Id="rId29" Type="http://schemas.openxmlformats.org/officeDocument/2006/relationships/hyperlink" Target="https://officeweb365.101eduyun.com/?ssl=1&amp;furl=https://bukehi.github.io/BukehiWeb/power%20point/xc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hy3.pptx?" TargetMode="External"/><Relationship Id="rId24" Type="http://schemas.openxmlformats.org/officeDocument/2006/relationships/hyperlink" Target="https://officeweb365.101eduyun.com/?ssl=1&amp;furl=https://bukehi.github.io/BukehiWeb/power%20point/sr2.pptx?" TargetMode="External"/><Relationship Id="rId32" Type="http://schemas.openxmlformats.org/officeDocument/2006/relationships/hyperlink" Target="https://officeweb365.101eduyun.com/?ssl=1&amp;furl=https://bukehi.github.io/BukehiWeb/power%20point/cl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d.pptx?" TargetMode="External"/><Relationship Id="rId23" Type="http://schemas.openxmlformats.org/officeDocument/2006/relationships/hyperlink" Target="https://officeweb365.101eduyun.com/?ssl=1&amp;furl=https://bukehi.github.io/BukehiWeb/power%20point/sr1.pptx?" TargetMode="External"/><Relationship Id="rId28" Type="http://schemas.openxmlformats.org/officeDocument/2006/relationships/hyperlink" Target="https://officeweb365.101eduyun.com/?ssl=1&amp;furl=https://bukehi.github.io/BukehiWeb/power%20point/xc1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xxsh1.pptx?" TargetMode="External"/><Relationship Id="rId31" Type="http://schemas.openxmlformats.org/officeDocument/2006/relationships/hyperlink" Target="https://officeweb365.101eduyun.com/?ssl=1&amp;furl=https://bukehi.github.io/BukehiWeb/power%20point/bs2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xxsh.pptx?" TargetMode="External"/><Relationship Id="rId22" Type="http://schemas.openxmlformats.org/officeDocument/2006/relationships/hyperlink" Target="https://officeweb365.101eduyun.com/?ssl=1&amp;furl=https://bukehi.github.io/BukehiWeb/power%20point/sr.pptx?" TargetMode="External"/><Relationship Id="rId27" Type="http://schemas.openxmlformats.org/officeDocument/2006/relationships/hyperlink" Target="https://officeweb365.101eduyun.com/?ssl=1&amp;furl=https://bukehi.github.io/BukehiWeb/power%20point/sr5.pptx?" TargetMode="External"/><Relationship Id="rId30" Type="http://schemas.openxmlformats.org/officeDocument/2006/relationships/hyperlink" Target="https://officeweb365.101eduyun.com/?ssl=1&amp;furl=https://bukehi.github.io/BukehiWeb/power%20point/bs1.pptx?" TargetMode="External"/><Relationship Id="rId35" Type="http://schemas.openxmlformats.org/officeDocument/2006/relationships/hyperlink" Target="https://officeweb365.101eduyun.com/?ssl=1&amp;furl=https://bukehi.github.io/BukehiWeb/power%20point/nszx1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8520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如果在使用过程中遇到问题，可以通过</a:t>
            </a:r>
            <a:r>
              <a:rPr lang="en-US" altLang="zh-CN" dirty="0"/>
              <a:t>GitHub</a:t>
            </a:r>
            <a:r>
              <a:rPr lang="zh-CN" altLang="en-US" dirty="0"/>
              <a:t>联系我，如果有资源更新需求，请在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Issues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本内容由</a:t>
            </a:r>
            <a:r>
              <a:rPr lang="en-US" altLang="zh-CN" sz="4800" dirty="0" err="1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3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4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5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6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7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8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9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10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1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2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3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4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5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6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2C1025FC-7DEB-A5BC-5A0B-A656CEF160ED}"/>
              </a:ext>
            </a:extLst>
          </p:cNvPr>
          <p:cNvGrpSpPr/>
          <p:nvPr/>
        </p:nvGrpSpPr>
        <p:grpSpPr>
          <a:xfrm>
            <a:off x="1312565" y="1417123"/>
            <a:ext cx="1010574" cy="4756861"/>
            <a:chOff x="1312565" y="1417123"/>
            <a:chExt cx="1010574" cy="4756861"/>
          </a:xfrm>
        </p:grpSpPr>
        <p:sp>
          <p:nvSpPr>
            <p:cNvPr id="5" name="文本框 4">
              <a:hlinkClick r:id="rId2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3" action="ppaction://hlinkfile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4" action="ppaction://hlinkfile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5" action="ppaction://hlinkfile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6" action="ppaction://hlinkfile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7" action="ppaction://hlinkfile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8" action="ppaction://hlinkfile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9" action="ppaction://hlinkfile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0" action="ppaction://hlinkfile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492130E-D0B6-6BC3-683F-BA315D5A6523}"/>
              </a:ext>
            </a:extLst>
          </p:cNvPr>
          <p:cNvGrpSpPr/>
          <p:nvPr/>
        </p:nvGrpSpPr>
        <p:grpSpPr>
          <a:xfrm>
            <a:off x="7242835" y="1417123"/>
            <a:ext cx="872863" cy="4786315"/>
            <a:chOff x="7421572" y="1417123"/>
            <a:chExt cx="872863" cy="4786315"/>
          </a:xfrm>
        </p:grpSpPr>
        <p:sp>
          <p:nvSpPr>
            <p:cNvPr id="18" name="文本框 17">
              <a:hlinkClick r:id="rId11" action="ppaction://hlinkfile"/>
            </p:cNvPr>
            <p:cNvSpPr txBox="1"/>
            <p:nvPr/>
          </p:nvSpPr>
          <p:spPr>
            <a:xfrm>
              <a:off x="7437923" y="141712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2" action="ppaction://hlinkfile"/>
            </p:cNvPr>
            <p:cNvSpPr txBox="1"/>
            <p:nvPr/>
          </p:nvSpPr>
          <p:spPr>
            <a:xfrm>
              <a:off x="7437923" y="204812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hy4</a:t>
              </a:r>
            </a:p>
          </p:txBody>
        </p:sp>
        <p:sp>
          <p:nvSpPr>
            <p:cNvPr id="27" name="文本框 26">
              <a:hlinkClick r:id="rId13" action="ppaction://hlinkfile"/>
            </p:cNvPr>
            <p:cNvSpPr txBox="1"/>
            <p:nvPr/>
          </p:nvSpPr>
          <p:spPr>
            <a:xfrm>
              <a:off x="7437923" y="267911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9" name="文本框 28">
              <a:hlinkClick r:id="rId14" action="ppaction://hlinkfile"/>
            </p:cNvPr>
            <p:cNvSpPr txBox="1"/>
            <p:nvPr/>
          </p:nvSpPr>
          <p:spPr>
            <a:xfrm>
              <a:off x="7437923" y="39411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15"/>
            </p:cNvPr>
            <p:cNvSpPr txBox="1"/>
            <p:nvPr/>
          </p:nvSpPr>
          <p:spPr>
            <a:xfrm>
              <a:off x="7437923" y="45721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16"/>
            </p:cNvPr>
            <p:cNvSpPr txBox="1"/>
            <p:nvPr/>
          </p:nvSpPr>
          <p:spPr>
            <a:xfrm>
              <a:off x="7437923" y="520311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17"/>
            </p:cNvPr>
            <p:cNvSpPr txBox="1"/>
            <p:nvPr/>
          </p:nvSpPr>
          <p:spPr>
            <a:xfrm>
              <a:off x="7437923" y="5834106"/>
              <a:ext cx="597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  <p:sp>
          <p:nvSpPr>
            <p:cNvPr id="30" name="文本框 29">
              <a:hlinkClick r:id="rId18"/>
              <a:extLst>
                <a:ext uri="{FF2B5EF4-FFF2-40B4-BE49-F238E27FC236}">
                  <a16:creationId xmlns:a16="http://schemas.microsoft.com/office/drawing/2014/main" id="{75105841-626C-2D1E-D830-C480664E005E}"/>
                </a:ext>
              </a:extLst>
            </p:cNvPr>
            <p:cNvSpPr txBox="1"/>
            <p:nvPr/>
          </p:nvSpPr>
          <p:spPr>
            <a:xfrm>
              <a:off x="7421572" y="3337099"/>
              <a:ext cx="872863" cy="3690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cl3</a:t>
              </a:r>
            </a:p>
          </p:txBody>
        </p:sp>
      </p:grpSp>
      <p:sp>
        <p:nvSpPr>
          <p:cNvPr id="40" name="文本框 39">
            <a:hlinkClick r:id="rId19"/>
            <a:extLst>
              <a:ext uri="{FF2B5EF4-FFF2-40B4-BE49-F238E27FC236}">
                <a16:creationId xmlns:a16="http://schemas.microsoft.com/office/drawing/2014/main" id="{BF08BC39-15C9-FF16-D730-1F9F65B532EA}"/>
              </a:ext>
            </a:extLst>
          </p:cNvPr>
          <p:cNvSpPr txBox="1"/>
          <p:nvPr/>
        </p:nvSpPr>
        <p:spPr>
          <a:xfrm>
            <a:off x="9225159" y="1417123"/>
            <a:ext cx="91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xxsh1</a:t>
            </a: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7D3DDF8-2EEA-598C-ACAA-711E0481880F}"/>
              </a:ext>
            </a:extLst>
          </p:cNvPr>
          <p:cNvGrpSpPr/>
          <p:nvPr/>
        </p:nvGrpSpPr>
        <p:grpSpPr>
          <a:xfrm>
            <a:off x="5337718" y="1417123"/>
            <a:ext cx="795655" cy="4577268"/>
            <a:chOff x="4695136" y="1442591"/>
            <a:chExt cx="795655" cy="4577268"/>
          </a:xfrm>
        </p:grpSpPr>
        <p:sp>
          <p:nvSpPr>
            <p:cNvPr id="19" name="文本框 18">
              <a:hlinkClick r:id="rId20" action="ppaction://hlinkfile"/>
            </p:cNvPr>
            <p:cNvSpPr txBox="1"/>
            <p:nvPr/>
          </p:nvSpPr>
          <p:spPr>
            <a:xfrm>
              <a:off x="4695136" y="204387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1" action="ppaction://hlinkfile"/>
            </p:cNvPr>
            <p:cNvSpPr txBox="1"/>
            <p:nvPr/>
          </p:nvSpPr>
          <p:spPr>
            <a:xfrm>
              <a:off x="4695136" y="144259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2" action="ppaction://hlinkfile"/>
            </p:cNvPr>
            <p:cNvSpPr txBox="1"/>
            <p:nvPr/>
          </p:nvSpPr>
          <p:spPr>
            <a:xfrm>
              <a:off x="4695136" y="26451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</a:t>
              </a:r>
            </a:p>
          </p:txBody>
        </p:sp>
        <p:sp>
          <p:nvSpPr>
            <p:cNvPr id="21" name="文本框 20">
              <a:hlinkClick r:id="rId23" action="ppaction://hlinkfile"/>
            </p:cNvPr>
            <p:cNvSpPr txBox="1"/>
            <p:nvPr/>
          </p:nvSpPr>
          <p:spPr>
            <a:xfrm>
              <a:off x="4695136" y="324643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sr1</a:t>
              </a:r>
            </a:p>
          </p:txBody>
        </p:sp>
        <p:sp>
          <p:nvSpPr>
            <p:cNvPr id="22" name="文本框 21">
              <a:hlinkClick r:id="rId24" action="ppaction://hlinkfile"/>
            </p:cNvPr>
            <p:cNvSpPr txBox="1"/>
            <p:nvPr/>
          </p:nvSpPr>
          <p:spPr>
            <a:xfrm>
              <a:off x="4695136" y="384771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25" action="ppaction://hlinkfile"/>
            </p:cNvPr>
            <p:cNvSpPr txBox="1"/>
            <p:nvPr/>
          </p:nvSpPr>
          <p:spPr>
            <a:xfrm>
              <a:off x="4695136" y="4448996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26" action="ppaction://hlinkfile"/>
            </p:cNvPr>
            <p:cNvSpPr txBox="1"/>
            <p:nvPr/>
          </p:nvSpPr>
          <p:spPr>
            <a:xfrm>
              <a:off x="4695136" y="505027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sr4</a:t>
              </a:r>
            </a:p>
          </p:txBody>
        </p:sp>
        <p:sp>
          <p:nvSpPr>
            <p:cNvPr id="34" name="文本框 33">
              <a:hlinkClick r:id="rId27"/>
              <a:extLst>
                <a:ext uri="{FF2B5EF4-FFF2-40B4-BE49-F238E27FC236}">
                  <a16:creationId xmlns:a16="http://schemas.microsoft.com/office/drawing/2014/main" id="{293EE393-C83E-BB5C-E809-5F53D26986E6}"/>
                </a:ext>
              </a:extLst>
            </p:cNvPr>
            <p:cNvSpPr txBox="1"/>
            <p:nvPr/>
          </p:nvSpPr>
          <p:spPr>
            <a:xfrm>
              <a:off x="4695136" y="565155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0FF15E1-596E-5A56-80B4-4A1A92C2CB88}"/>
              </a:ext>
            </a:extLst>
          </p:cNvPr>
          <p:cNvGrpSpPr/>
          <p:nvPr/>
        </p:nvGrpSpPr>
        <p:grpSpPr>
          <a:xfrm>
            <a:off x="3432601" y="1417123"/>
            <a:ext cx="795655" cy="4732663"/>
            <a:chOff x="2973651" y="1441321"/>
            <a:chExt cx="795655" cy="4732663"/>
          </a:xfrm>
        </p:grpSpPr>
        <p:sp>
          <p:nvSpPr>
            <p:cNvPr id="2" name="文本框 1">
              <a:hlinkClick r:id="rId28" action="ppaction://hlinkfile"/>
            </p:cNvPr>
            <p:cNvSpPr txBox="1"/>
            <p:nvPr/>
          </p:nvSpPr>
          <p:spPr>
            <a:xfrm>
              <a:off x="2973651" y="1441321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29" action="ppaction://hlinkfile"/>
            </p:cNvPr>
            <p:cNvSpPr txBox="1"/>
            <p:nvPr/>
          </p:nvSpPr>
          <p:spPr>
            <a:xfrm>
              <a:off x="2973651" y="206450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xc2</a:t>
              </a:r>
            </a:p>
          </p:txBody>
        </p:sp>
        <p:sp>
          <p:nvSpPr>
            <p:cNvPr id="14" name="文本框 13">
              <a:hlinkClick r:id="rId30" action="ppaction://hlinkfile"/>
            </p:cNvPr>
            <p:cNvSpPr txBox="1"/>
            <p:nvPr/>
          </p:nvSpPr>
          <p:spPr>
            <a:xfrm>
              <a:off x="2973651" y="268769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bs1</a:t>
              </a:r>
            </a:p>
          </p:txBody>
        </p:sp>
        <p:sp>
          <p:nvSpPr>
            <p:cNvPr id="15" name="文本框 14">
              <a:hlinkClick r:id="rId31" action="ppaction://hlinkfile"/>
            </p:cNvPr>
            <p:cNvSpPr txBox="1"/>
            <p:nvPr/>
          </p:nvSpPr>
          <p:spPr>
            <a:xfrm>
              <a:off x="2973651" y="331087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bs2</a:t>
              </a:r>
            </a:p>
          </p:txBody>
        </p:sp>
        <p:sp>
          <p:nvSpPr>
            <p:cNvPr id="16" name="文本框 15">
              <a:hlinkClick r:id="rId32" action="ppaction://hlinkfile"/>
            </p:cNvPr>
            <p:cNvSpPr txBox="1"/>
            <p:nvPr/>
          </p:nvSpPr>
          <p:spPr>
            <a:xfrm>
              <a:off x="2973651" y="3934065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</a:t>
              </a:r>
            </a:p>
          </p:txBody>
        </p:sp>
        <p:sp>
          <p:nvSpPr>
            <p:cNvPr id="28" name="文本框 27">
              <a:hlinkClick r:id="rId33" action="ppaction://hlinkfile"/>
            </p:cNvPr>
            <p:cNvSpPr txBox="1"/>
            <p:nvPr/>
          </p:nvSpPr>
          <p:spPr>
            <a:xfrm>
              <a:off x="2973651" y="4557251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33" name="文本框 32">
              <a:hlinkClick r:id="rId34"/>
              <a:extLst>
                <a:ext uri="{FF2B5EF4-FFF2-40B4-BE49-F238E27FC236}">
                  <a16:creationId xmlns:a16="http://schemas.microsoft.com/office/drawing/2014/main" id="{72D6D9FF-B051-3EC8-2D2C-07F76954C89A}"/>
                </a:ext>
              </a:extLst>
            </p:cNvPr>
            <p:cNvSpPr txBox="1"/>
            <p:nvPr/>
          </p:nvSpPr>
          <p:spPr>
            <a:xfrm>
              <a:off x="2973651" y="5804652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nszx2</a:t>
              </a:r>
            </a:p>
          </p:txBody>
        </p:sp>
        <p:sp>
          <p:nvSpPr>
            <p:cNvPr id="35" name="文本框 34">
              <a:hlinkClick r:id="rId35"/>
              <a:extLst>
                <a:ext uri="{FF2B5EF4-FFF2-40B4-BE49-F238E27FC236}">
                  <a16:creationId xmlns:a16="http://schemas.microsoft.com/office/drawing/2014/main" id="{0AC25D09-E113-8C36-9F2C-B12A92D23BC2}"/>
                </a:ext>
              </a:extLst>
            </p:cNvPr>
            <p:cNvSpPr txBox="1"/>
            <p:nvPr/>
          </p:nvSpPr>
          <p:spPr>
            <a:xfrm>
              <a:off x="2973651" y="5180437"/>
              <a:ext cx="795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nszx1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9C3BB25-F2E0-776E-079B-FEAB95EAC7DF}"/>
              </a:ext>
            </a:extLst>
          </p:cNvPr>
          <p:cNvGrpSpPr/>
          <p:nvPr/>
        </p:nvGrpSpPr>
        <p:grpSpPr>
          <a:xfrm>
            <a:off x="3337131" y="1402556"/>
            <a:ext cx="795655" cy="3112135"/>
            <a:chOff x="3039746" y="1402556"/>
            <a:chExt cx="795655" cy="3112135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039746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039746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039746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039746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039746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3337130" y="1431632"/>
            <a:ext cx="4511469" cy="4637418"/>
            <a:chOff x="3337130" y="1431632"/>
            <a:chExt cx="4511469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3337130" y="466217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211</Words>
  <Application>Microsoft Office PowerPoint</Application>
  <PresentationFormat>宽屏</PresentationFormat>
  <Paragraphs>131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132</cp:revision>
  <dcterms:created xsi:type="dcterms:W3CDTF">2024-03-01T10:25:00Z</dcterms:created>
  <dcterms:modified xsi:type="dcterms:W3CDTF">2024-03-22T23:26:07Z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