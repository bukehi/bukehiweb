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60" r:id="rId2"/>
    <p:sldId id="268" r:id="rId3"/>
    <p:sldId id="259" r:id="rId4"/>
    <p:sldId id="263" r:id="rId5"/>
    <p:sldId id="256" r:id="rId6"/>
    <p:sldId id="269" r:id="rId7"/>
    <p:sldId id="258" r:id="rId8"/>
    <p:sldId id="262" r:id="rId9"/>
    <p:sldId id="257" r:id="rId10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22" autoAdjust="0"/>
    <p:restoredTop sz="86435" autoAdjust="0"/>
  </p:normalViewPr>
  <p:slideViewPr>
    <p:cSldViewPr snapToGrid="0">
      <p:cViewPr varScale="1">
        <p:scale>
          <a:sx n="27" d="100"/>
          <a:sy n="27" d="100"/>
        </p:scale>
        <p:origin x="474" y="5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2024/3/20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2024/3/20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5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resou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7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resou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dldljstm.docx?" TargetMode="External"/><Relationship Id="rId13" Type="http://schemas.openxmlformats.org/officeDocument/2006/relationships/hyperlink" Target="https://officeweb365.101eduyun.com/?ssl=1&amp;furl=https://bukehi.github.io/BukehiWeb/fiction/&#27861;&#32769;&#29579;&#30340;&#29483;&#30270;&#30151;.docx?" TargetMode="External"/><Relationship Id="rId3" Type="http://schemas.openxmlformats.org/officeDocument/2006/relationships/hyperlink" Target="https://officeweb365.101eduyun.com/?ssl=1&amp;furl=https://bukehi.github.io/BukehiWeb/fiction/lpsj.docx?" TargetMode="External"/><Relationship Id="rId7" Type="http://schemas.openxmlformats.org/officeDocument/2006/relationships/hyperlink" Target="https://officeweb365.101eduyun.com/?ssl=1&amp;furl=https://bukehi.github.io/BukehiWeb/fiction/gzr.docx?" TargetMode="External"/><Relationship Id="rId12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2" Type="http://schemas.openxmlformats.org/officeDocument/2006/relationships/hyperlink" Target="https://officeweb365.101eduyun.com/?ssl=1&amp;furl=https://bukehi.github.io/BukehiWeb/fiction/wxzw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qqft_bnswxsj.docx?" TargetMode="External"/><Relationship Id="rId11" Type="http://schemas.openxmlformats.org/officeDocument/2006/relationships/hyperlink" Target="https://officeweb365.101eduyun.com/?ssl=1&amp;furl=https://bukehi.github.io/BukehiWeb/fiction/&#31359;&#25104;&#24052;&#27604;&#20262;&#26292;&#21531;&#30340;&#21073;.docx?" TargetMode="External"/><Relationship Id="rId5" Type="http://schemas.openxmlformats.org/officeDocument/2006/relationships/hyperlink" Target="https://officeweb365.101eduyun.com/?ssl=1&amp;furl=https://bukehi.github.io/BukehiWeb/fiction/ms_wdgjcbbrdyg.docx?" TargetMode="External"/><Relationship Id="rId15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0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4" Type="http://schemas.openxmlformats.org/officeDocument/2006/relationships/hyperlink" Target="https://officeweb365.101eduyun.com/?ssl=1&amp;furl=https://bukehi.github.io/BukehiWeb/fiction/mscjxmb.docx?" TargetMode="External"/><Relationship Id="rId9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14" Type="http://schemas.openxmlformats.org/officeDocument/2006/relationships/hyperlink" Target="https://officeweb365.101eduyun.com/?ssl=1&amp;furl=https://bukehi.github.io/BukehiWeb/fiction/&#21407;&#31070;&#20043;&#27704;&#24658;&#32773;.docx?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2" Type="http://schemas.openxmlformats.org/officeDocument/2006/relationships/hyperlink" Target="https://officeweb365.101eduyun.com/?ssl=1&amp;furl=https://bukehi.github.io/BukehiWeb/fiction/&#35268;&#21017;&#24618;&#35848;&#65306;&#25105;&#21363;&#24618;&#35848;.docx?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bs1.pptx?" TargetMode="External"/><Relationship Id="rId18" Type="http://schemas.openxmlformats.org/officeDocument/2006/relationships/hyperlink" Target="https://officeweb365.101eduyun.com/?ssl=1&amp;furl=https://bukehi.github.io/BukehiWeb/power%20point/hy1.pptx?" TargetMode="External"/><Relationship Id="rId26" Type="http://schemas.openxmlformats.org/officeDocument/2006/relationships/hyperlink" Target="https://officeweb365.101eduyun.com/?ssl=1&amp;furl=https://bukehi.github.io/BukehiWeb/power%20point/cl2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sr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xc2.pptx?" TargetMode="External"/><Relationship Id="rId17" Type="http://schemas.openxmlformats.org/officeDocument/2006/relationships/hyperlink" Target="https://officeweb365.101eduyun.com/?ssl=1&amp;furl=https://bukehi.github.io/BukehiWeb/power%20point/hy2.pptx?" TargetMode="External"/><Relationship Id="rId25" Type="http://schemas.openxmlformats.org/officeDocument/2006/relationships/hyperlink" Target="https://officeweb365.101eduyun.com/?ssl=1&amp;furl=https://bukehi.github.io/BukehiWeb/power%20point/hy5.pptx?" TargetMode="External"/><Relationship Id="rId33" Type="http://schemas.openxmlformats.org/officeDocument/2006/relationships/hyperlink" Target="https://officeweb365.101eduyun.com/?ssl=1&amp;furl=https://bukehi.github.io/BukehiWeb/power%20point/sr5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hy3.pptx?" TargetMode="External"/><Relationship Id="rId20" Type="http://schemas.openxmlformats.org/officeDocument/2006/relationships/hyperlink" Target="https://officeweb365.101eduyun.com/?ssl=1&amp;furl=https://bukehi.github.io/BukehiWeb/power%20point/sr1.pptx?" TargetMode="External"/><Relationship Id="rId29" Type="http://schemas.openxmlformats.org/officeDocument/2006/relationships/hyperlink" Target="https://officeweb365.101eduyun.com/?ssl=1&amp;furl=https://bukehi.github.io/BukehiWeb/power%20point/mi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xc1.pptx?" TargetMode="External"/><Relationship Id="rId24" Type="http://schemas.openxmlformats.org/officeDocument/2006/relationships/hyperlink" Target="https://officeweb365.101eduyun.com/?ssl=1&amp;furl=https://bukehi.github.io/BukehiWeb/power%20point/hy4.pptx?" TargetMode="External"/><Relationship Id="rId32" Type="http://schemas.openxmlformats.org/officeDocument/2006/relationships/hyperlink" Target="https://officeweb365.101eduyun.com/?ssl=1&amp;furl=https://bukehi.github.io/BukehiWeb/power%20point/nszx2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l.pptx?" TargetMode="External"/><Relationship Id="rId23" Type="http://schemas.openxmlformats.org/officeDocument/2006/relationships/hyperlink" Target="https://officeweb365.101eduyun.com/?ssl=1&amp;furl=https://bukehi.github.io/BukehiWeb/power%20point/sr4.pptx?" TargetMode="External"/><Relationship Id="rId28" Type="http://schemas.openxmlformats.org/officeDocument/2006/relationships/hyperlink" Target="https://officeweb365.101eduyun.com/?ssl=1&amp;furl=https://bukehi.github.io/BukehiWeb/power%20point/cd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sr.pptx?" TargetMode="External"/><Relationship Id="rId31" Type="http://schemas.openxmlformats.org/officeDocument/2006/relationships/hyperlink" Target="https://officeweb365.101eduyun.com/?ssl=1&amp;furl=https://bukehi.github.io/BukehiWeb/power%20point/cl3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bs2.pptx?" TargetMode="External"/><Relationship Id="rId22" Type="http://schemas.openxmlformats.org/officeDocument/2006/relationships/hyperlink" Target="https://officeweb365.101eduyun.com/?ssl=1&amp;furl=https://bukehi.github.io/BukehiWeb/power%20point/sr3.pptx?" TargetMode="External"/><Relationship Id="rId27" Type="http://schemas.openxmlformats.org/officeDocument/2006/relationships/hyperlink" Target="https://officeweb365.101eduyun.com/?ssl=1&amp;furl=https://bukehi.github.io/BukehiWeb/power%20point/xxsh.pptx?" TargetMode="External"/><Relationship Id="rId30" Type="http://schemas.openxmlformats.org/officeDocument/2006/relationships/hyperlink" Target="https://officeweb365.101eduyun.com/?ssl=1&amp;furl=https://bukehi.github.io/BukehiWeb/power%20point/mi2.pptx?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 err="1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8787349" y="1981518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4682490" y="1981517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4682490" y="2991484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4682490" y="4001453"/>
            <a:ext cx="1413510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3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4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5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6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9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0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1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2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3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4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5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312565" y="1417123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en1</a:t>
            </a:r>
            <a:endParaRPr lang="zh-CN" altLang="en-US" dirty="0"/>
          </a:p>
        </p:txBody>
      </p:sp>
      <p:sp>
        <p:nvSpPr>
          <p:cNvPr id="6" name="文本框 5">
            <a:hlinkClick r:id="rId3" action="ppaction://hlinkfile"/>
          </p:cNvPr>
          <p:cNvSpPr txBox="1"/>
          <p:nvPr/>
        </p:nvSpPr>
        <p:spPr>
          <a:xfrm>
            <a:off x="1312565" y="1965564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en2</a:t>
            </a:r>
            <a:endParaRPr lang="zh-CN" altLang="en-US" dirty="0"/>
          </a:p>
        </p:txBody>
      </p:sp>
      <p:sp>
        <p:nvSpPr>
          <p:cNvPr id="7" name="文本框 6">
            <a:hlinkClick r:id="rId4" action="ppaction://hlinkfile"/>
          </p:cNvPr>
          <p:cNvSpPr txBox="1"/>
          <p:nvPr/>
        </p:nvSpPr>
        <p:spPr>
          <a:xfrm>
            <a:off x="1312565" y="2514005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en3</a:t>
            </a:r>
            <a:endParaRPr lang="zh-CN" altLang="en-US" dirty="0"/>
          </a:p>
        </p:txBody>
      </p:sp>
      <p:sp>
        <p:nvSpPr>
          <p:cNvPr id="8" name="文本框 7">
            <a:hlinkClick r:id="rId5" action="ppaction://hlinkfile"/>
          </p:cNvPr>
          <p:cNvSpPr txBox="1"/>
          <p:nvPr/>
        </p:nvSpPr>
        <p:spPr>
          <a:xfrm>
            <a:off x="1312565" y="3062446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zh1</a:t>
            </a:r>
            <a:endParaRPr lang="zh-CN" altLang="en-US" dirty="0"/>
          </a:p>
        </p:txBody>
      </p:sp>
      <p:sp>
        <p:nvSpPr>
          <p:cNvPr id="9" name="文本框 8">
            <a:hlinkClick r:id="rId6" action="ppaction://hlinkfile"/>
          </p:cNvPr>
          <p:cNvSpPr txBox="1"/>
          <p:nvPr/>
        </p:nvSpPr>
        <p:spPr>
          <a:xfrm>
            <a:off x="1312565" y="3610887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zh2</a:t>
            </a:r>
            <a:endParaRPr lang="zh-CN" altLang="en-US" dirty="0"/>
          </a:p>
        </p:txBody>
      </p:sp>
      <p:sp>
        <p:nvSpPr>
          <p:cNvPr id="10" name="文本框 9">
            <a:hlinkClick r:id="rId7" action="ppaction://hlinkfile"/>
          </p:cNvPr>
          <p:cNvSpPr txBox="1"/>
          <p:nvPr/>
        </p:nvSpPr>
        <p:spPr>
          <a:xfrm>
            <a:off x="1312565" y="4159328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zh3</a:t>
            </a:r>
            <a:endParaRPr lang="zh-CN" altLang="en-US" dirty="0"/>
          </a:p>
        </p:txBody>
      </p:sp>
      <p:sp>
        <p:nvSpPr>
          <p:cNvPr id="11" name="文本框 10">
            <a:hlinkClick r:id="rId8" action="ppaction://hlinkfile"/>
          </p:cNvPr>
          <p:cNvSpPr txBox="1"/>
          <p:nvPr/>
        </p:nvSpPr>
        <p:spPr>
          <a:xfrm>
            <a:off x="1312565" y="4707769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ex1</a:t>
            </a:r>
            <a:endParaRPr lang="zh-CN" altLang="en-US" dirty="0"/>
          </a:p>
        </p:txBody>
      </p:sp>
      <p:sp>
        <p:nvSpPr>
          <p:cNvPr id="12" name="文本框 11">
            <a:hlinkClick r:id="rId9" action="ppaction://hlinkfile"/>
          </p:cNvPr>
          <p:cNvSpPr txBox="1"/>
          <p:nvPr/>
        </p:nvSpPr>
        <p:spPr>
          <a:xfrm>
            <a:off x="1312565" y="5256210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ex2</a:t>
            </a:r>
            <a:endParaRPr lang="zh-CN" altLang="en-US" dirty="0"/>
          </a:p>
        </p:txBody>
      </p:sp>
      <p:sp>
        <p:nvSpPr>
          <p:cNvPr id="13" name="文本框 12">
            <a:hlinkClick r:id="rId10" action="ppaction://hlinkfile"/>
          </p:cNvPr>
          <p:cNvSpPr txBox="1"/>
          <p:nvPr/>
        </p:nvSpPr>
        <p:spPr>
          <a:xfrm>
            <a:off x="1312565" y="5804652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ex3</a:t>
            </a:r>
            <a:endParaRPr lang="zh-CN" altLang="en-US" dirty="0"/>
          </a:p>
        </p:txBody>
      </p:sp>
      <p:sp>
        <p:nvSpPr>
          <p:cNvPr id="2" name="文本框 1">
            <a:hlinkClick r:id="rId11" action="ppaction://hlinkfile"/>
          </p:cNvPr>
          <p:cNvSpPr txBox="1"/>
          <p:nvPr/>
        </p:nvSpPr>
        <p:spPr>
          <a:xfrm>
            <a:off x="2973651" y="1441321"/>
            <a:ext cx="6997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xc1</a:t>
            </a:r>
          </a:p>
        </p:txBody>
      </p:sp>
      <p:sp>
        <p:nvSpPr>
          <p:cNvPr id="3" name="文本框 2">
            <a:hlinkClick r:id="rId12" action="ppaction://hlinkfile"/>
          </p:cNvPr>
          <p:cNvSpPr txBox="1"/>
          <p:nvPr/>
        </p:nvSpPr>
        <p:spPr>
          <a:xfrm>
            <a:off x="2973651" y="2073247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xc2</a:t>
            </a:r>
          </a:p>
        </p:txBody>
      </p:sp>
      <p:sp>
        <p:nvSpPr>
          <p:cNvPr id="14" name="文本框 13">
            <a:hlinkClick r:id="rId13" action="ppaction://hlinkfile"/>
          </p:cNvPr>
          <p:cNvSpPr txBox="1"/>
          <p:nvPr/>
        </p:nvSpPr>
        <p:spPr>
          <a:xfrm>
            <a:off x="2973651" y="2705173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bs1</a:t>
            </a:r>
          </a:p>
        </p:txBody>
      </p:sp>
      <p:sp>
        <p:nvSpPr>
          <p:cNvPr id="15" name="文本框 14">
            <a:hlinkClick r:id="rId14" action="ppaction://hlinkfile"/>
          </p:cNvPr>
          <p:cNvSpPr txBox="1"/>
          <p:nvPr/>
        </p:nvSpPr>
        <p:spPr>
          <a:xfrm>
            <a:off x="2973651" y="3337099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bs2</a:t>
            </a:r>
          </a:p>
        </p:txBody>
      </p:sp>
      <p:sp>
        <p:nvSpPr>
          <p:cNvPr id="16" name="文本框 15">
            <a:hlinkClick r:id="rId15" action="ppaction://hlinkfile"/>
          </p:cNvPr>
          <p:cNvSpPr txBox="1"/>
          <p:nvPr/>
        </p:nvSpPr>
        <p:spPr>
          <a:xfrm>
            <a:off x="2973651" y="396902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</a:t>
            </a:r>
          </a:p>
        </p:txBody>
      </p:sp>
      <p:sp>
        <p:nvSpPr>
          <p:cNvPr id="18" name="文本框 17">
            <a:hlinkClick r:id="rId16" action="ppaction://hlinkfile"/>
          </p:cNvPr>
          <p:cNvSpPr txBox="1"/>
          <p:nvPr/>
        </p:nvSpPr>
        <p:spPr>
          <a:xfrm>
            <a:off x="6552869" y="141712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hy3</a:t>
            </a:r>
          </a:p>
        </p:txBody>
      </p:sp>
      <p:sp>
        <p:nvSpPr>
          <p:cNvPr id="19" name="文本框 18">
            <a:hlinkClick r:id="rId17" action="ppaction://hlinkfile"/>
          </p:cNvPr>
          <p:cNvSpPr txBox="1"/>
          <p:nvPr/>
        </p:nvSpPr>
        <p:spPr>
          <a:xfrm>
            <a:off x="4695136" y="2043872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hy2</a:t>
            </a:r>
          </a:p>
        </p:txBody>
      </p:sp>
      <p:sp>
        <p:nvSpPr>
          <p:cNvPr id="20" name="文本框 19">
            <a:hlinkClick r:id="rId18" action="ppaction://hlinkfile"/>
          </p:cNvPr>
          <p:cNvSpPr txBox="1"/>
          <p:nvPr/>
        </p:nvSpPr>
        <p:spPr>
          <a:xfrm>
            <a:off x="4695136" y="144259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hy1</a:t>
            </a:r>
          </a:p>
        </p:txBody>
      </p:sp>
      <p:sp>
        <p:nvSpPr>
          <p:cNvPr id="17" name="文本框 16">
            <a:hlinkClick r:id="rId19" action="ppaction://hlinkfile"/>
          </p:cNvPr>
          <p:cNvSpPr txBox="1"/>
          <p:nvPr/>
        </p:nvSpPr>
        <p:spPr>
          <a:xfrm>
            <a:off x="4695136" y="2645153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</a:t>
            </a:r>
          </a:p>
        </p:txBody>
      </p:sp>
      <p:sp>
        <p:nvSpPr>
          <p:cNvPr id="21" name="文本框 20">
            <a:hlinkClick r:id="rId20" action="ppaction://hlinkfile"/>
          </p:cNvPr>
          <p:cNvSpPr txBox="1"/>
          <p:nvPr/>
        </p:nvSpPr>
        <p:spPr>
          <a:xfrm>
            <a:off x="4695136" y="3246434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sr1</a:t>
            </a:r>
          </a:p>
        </p:txBody>
      </p:sp>
      <p:sp>
        <p:nvSpPr>
          <p:cNvPr id="22" name="文本框 21">
            <a:hlinkClick r:id="rId21" action="ppaction://hlinkfile"/>
          </p:cNvPr>
          <p:cNvSpPr txBox="1"/>
          <p:nvPr/>
        </p:nvSpPr>
        <p:spPr>
          <a:xfrm>
            <a:off x="4695136" y="384771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sr2</a:t>
            </a:r>
          </a:p>
        </p:txBody>
      </p:sp>
      <p:sp>
        <p:nvSpPr>
          <p:cNvPr id="23" name="文本框 22">
            <a:hlinkClick r:id="rId22" action="ppaction://hlinkfile"/>
          </p:cNvPr>
          <p:cNvSpPr txBox="1"/>
          <p:nvPr/>
        </p:nvSpPr>
        <p:spPr>
          <a:xfrm>
            <a:off x="4695136" y="4448996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sr3</a:t>
            </a:r>
          </a:p>
        </p:txBody>
      </p:sp>
      <p:sp>
        <p:nvSpPr>
          <p:cNvPr id="24" name="文本框 23">
            <a:hlinkClick r:id="rId23" action="ppaction://hlinkfile"/>
          </p:cNvPr>
          <p:cNvSpPr txBox="1"/>
          <p:nvPr/>
        </p:nvSpPr>
        <p:spPr>
          <a:xfrm>
            <a:off x="4695136" y="5050277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sr4</a:t>
            </a:r>
          </a:p>
        </p:txBody>
      </p:sp>
      <p:sp>
        <p:nvSpPr>
          <p:cNvPr id="26" name="文本框 25">
            <a:hlinkClick r:id="rId24" action="ppaction://hlinkfile"/>
          </p:cNvPr>
          <p:cNvSpPr txBox="1"/>
          <p:nvPr/>
        </p:nvSpPr>
        <p:spPr>
          <a:xfrm>
            <a:off x="6552869" y="204812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hy4</a:t>
            </a:r>
          </a:p>
        </p:txBody>
      </p:sp>
      <p:sp>
        <p:nvSpPr>
          <p:cNvPr id="27" name="文本框 26">
            <a:hlinkClick r:id="rId25" action="ppaction://hlinkfile"/>
          </p:cNvPr>
          <p:cNvSpPr txBox="1"/>
          <p:nvPr/>
        </p:nvSpPr>
        <p:spPr>
          <a:xfrm>
            <a:off x="6552869" y="2679119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hy5</a:t>
            </a:r>
          </a:p>
        </p:txBody>
      </p:sp>
      <p:sp>
        <p:nvSpPr>
          <p:cNvPr id="28" name="文本框 27">
            <a:hlinkClick r:id="rId26" action="ppaction://hlinkfile"/>
          </p:cNvPr>
          <p:cNvSpPr txBox="1"/>
          <p:nvPr/>
        </p:nvSpPr>
        <p:spPr>
          <a:xfrm>
            <a:off x="3021275" y="467185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cl2</a:t>
            </a:r>
          </a:p>
        </p:txBody>
      </p:sp>
      <p:sp>
        <p:nvSpPr>
          <p:cNvPr id="29" name="文本框 28">
            <a:hlinkClick r:id="rId27" action="ppaction://hlinkfile"/>
          </p:cNvPr>
          <p:cNvSpPr txBox="1"/>
          <p:nvPr/>
        </p:nvSpPr>
        <p:spPr>
          <a:xfrm>
            <a:off x="6552869" y="39411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</a:t>
            </a:r>
          </a:p>
        </p:txBody>
      </p:sp>
      <p:sp>
        <p:nvSpPr>
          <p:cNvPr id="31" name="文本框 30">
            <a:hlinkClick r:id="rId28"/>
          </p:cNvPr>
          <p:cNvSpPr txBox="1"/>
          <p:nvPr/>
        </p:nvSpPr>
        <p:spPr>
          <a:xfrm>
            <a:off x="6552869" y="457211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</a:t>
            </a:r>
          </a:p>
        </p:txBody>
      </p:sp>
      <p:sp>
        <p:nvSpPr>
          <p:cNvPr id="32" name="文本框 31">
            <a:hlinkClick r:id="rId29"/>
          </p:cNvPr>
          <p:cNvSpPr txBox="1"/>
          <p:nvPr/>
        </p:nvSpPr>
        <p:spPr>
          <a:xfrm>
            <a:off x="6552869" y="520311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</a:t>
            </a:r>
          </a:p>
        </p:txBody>
      </p:sp>
      <p:sp>
        <p:nvSpPr>
          <p:cNvPr id="25" name="文本框 24">
            <a:hlinkClick r:id="rId30"/>
          </p:cNvPr>
          <p:cNvSpPr txBox="1"/>
          <p:nvPr/>
        </p:nvSpPr>
        <p:spPr>
          <a:xfrm>
            <a:off x="6552869" y="5834106"/>
            <a:ext cx="597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mi2</a:t>
            </a:r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sp>
        <p:nvSpPr>
          <p:cNvPr id="30" name="文本框 29">
            <a:hlinkClick r:id="rId31"/>
            <a:extLst>
              <a:ext uri="{FF2B5EF4-FFF2-40B4-BE49-F238E27FC236}">
                <a16:creationId xmlns:a16="http://schemas.microsoft.com/office/drawing/2014/main" id="{75105841-626C-2D1E-D830-C480664E005E}"/>
              </a:ext>
            </a:extLst>
          </p:cNvPr>
          <p:cNvSpPr txBox="1"/>
          <p:nvPr/>
        </p:nvSpPr>
        <p:spPr>
          <a:xfrm>
            <a:off x="6536518" y="3337099"/>
            <a:ext cx="872863" cy="369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cl3</a:t>
            </a:r>
          </a:p>
        </p:txBody>
      </p:sp>
      <p:sp>
        <p:nvSpPr>
          <p:cNvPr id="33" name="文本框 32">
            <a:hlinkClick r:id="rId32"/>
            <a:extLst>
              <a:ext uri="{FF2B5EF4-FFF2-40B4-BE49-F238E27FC236}">
                <a16:creationId xmlns:a16="http://schemas.microsoft.com/office/drawing/2014/main" id="{72D6D9FF-B051-3EC8-2D2C-07F76954C89A}"/>
              </a:ext>
            </a:extLst>
          </p:cNvPr>
          <p:cNvSpPr txBox="1"/>
          <p:nvPr/>
        </p:nvSpPr>
        <p:spPr>
          <a:xfrm>
            <a:off x="2973651" y="5804652"/>
            <a:ext cx="795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nszx2</a:t>
            </a:r>
          </a:p>
        </p:txBody>
      </p:sp>
      <p:sp>
        <p:nvSpPr>
          <p:cNvPr id="34" name="文本框 33">
            <a:hlinkClick r:id="rId33"/>
            <a:extLst>
              <a:ext uri="{FF2B5EF4-FFF2-40B4-BE49-F238E27FC236}">
                <a16:creationId xmlns:a16="http://schemas.microsoft.com/office/drawing/2014/main" id="{293EE393-C83E-BB5C-E809-5F53D26986E6}"/>
              </a:ext>
            </a:extLst>
          </p:cNvPr>
          <p:cNvSpPr txBox="1"/>
          <p:nvPr/>
        </p:nvSpPr>
        <p:spPr>
          <a:xfrm>
            <a:off x="4695136" y="5651559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9C3BB25-F2E0-776E-079B-FEAB95EAC7DF}"/>
              </a:ext>
            </a:extLst>
          </p:cNvPr>
          <p:cNvGrpSpPr/>
          <p:nvPr/>
        </p:nvGrpSpPr>
        <p:grpSpPr>
          <a:xfrm>
            <a:off x="3337131" y="1402556"/>
            <a:ext cx="795655" cy="3112135"/>
            <a:chOff x="3039746" y="1402556"/>
            <a:chExt cx="795655" cy="3112135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039746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039746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039746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039746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039746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7148194" y="1431632"/>
            <a:ext cx="700405" cy="4637418"/>
            <a:chOff x="7148194" y="1431632"/>
            <a:chExt cx="700405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7148194" y="32608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155</Words>
  <Application>Microsoft Office PowerPoint</Application>
  <PresentationFormat>宽屏</PresentationFormat>
  <Paragraphs>118</Paragraphs>
  <Slides>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黑体</vt:lpstr>
      <vt:lpstr>Arial</vt:lpstr>
      <vt:lpstr>company intro</vt:lpstr>
      <vt:lpstr>Bukehi的小窝</vt:lpstr>
      <vt:lpstr>首页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113</cp:revision>
  <dcterms:created xsi:type="dcterms:W3CDTF">2024-03-01T10:25:00Z</dcterms:created>
  <dcterms:modified xsi:type="dcterms:W3CDTF">2024-03-20T12:28:08Z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