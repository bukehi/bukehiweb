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27" autoAdjust="0"/>
    <p:restoredTop sz="86435" autoAdjust="0"/>
  </p:normalViewPr>
  <p:slideViewPr>
    <p:cSldViewPr snapToGrid="0">
      <p:cViewPr varScale="1">
        <p:scale>
          <a:sx n="29" d="100"/>
          <a:sy n="29" d="100"/>
        </p:scale>
        <p:origin x="306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7144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2024/3/27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2024/3/27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2024/3/27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2024/3/27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2024/3/27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2024/3/27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2024/3/27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2024/3/27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2024/3/27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2024/3/27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2024/3/27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2024/3/27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2024/3/27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&#28909;&#25628;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6597;&#30475;&#31572;&#26696;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&#28909;&#25628;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gzr.docx?" TargetMode="External"/><Relationship Id="rId13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3" Type="http://schemas.openxmlformats.org/officeDocument/2006/relationships/hyperlink" Target="https://officeweb365.101eduyun.com/?ssl=1&amp;furl=https://bukehi.github.io/BukehiWeb/fiction/wxzw.docx?" TargetMode="External"/><Relationship Id="rId7" Type="http://schemas.openxmlformats.org/officeDocument/2006/relationships/hyperlink" Target="https://officeweb365.101eduyun.com/?ssl=1&amp;furl=https://bukehi.github.io/BukehiWeb/fiction/qqft_bnswxsj.docx?" TargetMode="External"/><Relationship Id="rId12" Type="http://schemas.openxmlformats.org/officeDocument/2006/relationships/hyperlink" Target="https://officeweb365.101eduyun.com/?ssl=1&amp;furl=https://bukehi.github.io/BukehiWeb/fiction/05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ms_wdgjcbbrdyg.docx?" TargetMode="External"/><Relationship Id="rId11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5" Type="http://schemas.openxmlformats.org/officeDocument/2006/relationships/hyperlink" Target="https://officeweb365.101eduyun.com/?ssl=1&amp;furl=https://bukehi.github.io/BukehiWeb/fiction/mscjxmb.docx?" TargetMode="External"/><Relationship Id="rId15" Type="http://schemas.openxmlformats.org/officeDocument/2006/relationships/hyperlink" Target="https://officeweb365.101eduyun.com/?ssl=1&amp;furl=https://bukehi.github.io/BukehiWeb/fiction/&#21407;&#31070;&#20043;&#27704;&#24658;&#32773;.docx?" TargetMode="External"/><Relationship Id="rId10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4" Type="http://schemas.openxmlformats.org/officeDocument/2006/relationships/hyperlink" Target="https://officeweb365.101eduyun.com/?ssl=1&amp;furl=https://bukehi.github.io/BukehiWeb/fiction/lpsj.docx?" TargetMode="External"/><Relationship Id="rId9" Type="http://schemas.openxmlformats.org/officeDocument/2006/relationships/hyperlink" Target="https://officeweb365.101eduyun.com/?ssl=1&amp;furl=https://bukehi.github.io/BukehiWeb/fiction/dldljstm.docx?" TargetMode="External"/><Relationship Id="rId14" Type="http://schemas.openxmlformats.org/officeDocument/2006/relationships/hyperlink" Target="https://officeweb365.101eduyun.com/?ssl=1&amp;furl=https://bukehi.github.io/BukehiWeb/fiction/&#27861;&#32769;&#29579;&#30340;&#29483;&#30270;&#30151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7" Type="http://schemas.openxmlformats.org/officeDocument/2006/relationships/hyperlink" Target="https://officeweb365.101eduyun.com/?ssl=1&amp;furl=https://bukehi.github.io/BukehiWeb/fiction/10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hyperlink" Target="https://officeweb365.101eduyun.com/?ssl=1&amp;furl=https://bukehi.github.io/BukehiWeb/fiction/06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09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5" Type="http://schemas.openxmlformats.org/officeDocument/2006/relationships/hyperlink" Target="https://officeweb365.101eduyun.com/?ssl=1&amp;furl=https://bukehi.github.io/BukehiWeb/fiction/08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4" Type="http://schemas.openxmlformats.org/officeDocument/2006/relationships/hyperlink" Target="https://officeweb365.101eduyun.com/?ssl=1&amp;furl=https://bukehi.github.io/BukehiWeb/fiction/07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37" Type="http://schemas.openxmlformats.org/officeDocument/2006/relationships/hyperlink" Target="https://officeweb365.101eduyun.com/?ssl=1&amp;furl=https://bukehi.github.io/BukehiWeb/power%20point/cd4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36" Type="http://schemas.openxmlformats.org/officeDocument/2006/relationships/hyperlink" Target="https://officeweb365.101eduyun.com/?ssl=1&amp;furl=https://bukehi.github.io/BukehiWeb/power%20point/cd3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cd.pptx?" TargetMode="External"/><Relationship Id="rId26" Type="http://schemas.openxmlformats.org/officeDocument/2006/relationships/hyperlink" Target="https://officeweb365.101eduyun.com/?ssl=1&amp;furl=https://bukehi.gitee.io/school/power%20point/cd2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hy5.pptx?" TargetMode="External"/><Relationship Id="rId34" Type="http://schemas.openxmlformats.org/officeDocument/2006/relationships/hyperlink" Target="https://officeweb365.101eduyun.com/?ssl=1&amp;furl=https://bukehi.gitee.io/school/power%20point/sr5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cl2.pptx?" TargetMode="External"/><Relationship Id="rId25" Type="http://schemas.openxmlformats.org/officeDocument/2006/relationships/hyperlink" Target="https://officeweb365.101eduyun.com/?ssl=1&amp;furl=https://bukehi.gitee.io/school/power%20point/cd3.pptx?" TargetMode="External"/><Relationship Id="rId33" Type="http://schemas.openxmlformats.org/officeDocument/2006/relationships/hyperlink" Target="https://officeweb365.101eduyun.com/?ssl=1&amp;furl=https://bukehi.gitee.io/school/power%20point/sr4.pptx?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hy4.pptx?" TargetMode="External"/><Relationship Id="rId29" Type="http://schemas.openxmlformats.org/officeDocument/2006/relationships/hyperlink" Target="https://officeweb365.101eduyun.com/?ssl=1&amp;furl=https://bukehi.gitee.io/school/power%20point/sr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3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hy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3.pptx?" TargetMode="External"/><Relationship Id="rId31" Type="http://schemas.openxmlformats.org/officeDocument/2006/relationships/hyperlink" Target="https://officeweb365.101eduyun.com/?ssl=1&amp;furl=https://bukehi.gitee.io/school/power%20point/sr2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xxsh.pptx?" TargetMode="External"/><Relationship Id="rId27" Type="http://schemas.openxmlformats.org/officeDocument/2006/relationships/hyperlink" Target="https://officeweb365.101eduyun.com/?ssl=1&amp;furl=https://bukehi.gitee.io/school/power%20point/hy2.pptx?" TargetMode="External"/><Relationship Id="rId30" Type="http://schemas.openxmlformats.org/officeDocument/2006/relationships/hyperlink" Target="https://officeweb365.101eduyun.com/?ssl=1&amp;furl=https://bukehi.gitee.io/school/power%20point/sr1.pptx?" TargetMode="External"/><Relationship Id="rId35" Type="http://schemas.openxmlformats.org/officeDocument/2006/relationships/hyperlink" Target="https://officeweb365.101eduyun.com/?ssl=1&amp;furl=https://bukehi.gitee.io/school/power%20point/cd4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5878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如果在使用过程中遇到问题，或有资源更新需求，请在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3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4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5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6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7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8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9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10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1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2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3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4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5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6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  <p:sp>
        <p:nvSpPr>
          <p:cNvPr id="3" name="文本框 2">
            <a:hlinkClick r:id="rId4"/>
            <a:extLst>
              <a:ext uri="{FF2B5EF4-FFF2-40B4-BE49-F238E27FC236}">
                <a16:creationId xmlns:a16="http://schemas.microsoft.com/office/drawing/2014/main" id="{5ACC85E7-F2C7-0481-20DA-84888340C19A}"/>
              </a:ext>
            </a:extLst>
          </p:cNvPr>
          <p:cNvSpPr txBox="1"/>
          <p:nvPr/>
        </p:nvSpPr>
        <p:spPr>
          <a:xfrm>
            <a:off x="1278255" y="2855955"/>
            <a:ext cx="157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白鹿原</a:t>
            </a:r>
            <a:r>
              <a:rPr lang="en-US" altLang="zh-CN" dirty="0"/>
              <a:t>》</a:t>
            </a:r>
          </a:p>
        </p:txBody>
      </p:sp>
      <p:sp>
        <p:nvSpPr>
          <p:cNvPr id="4" name="文本框 3">
            <a:hlinkClick r:id="rId5"/>
            <a:extLst>
              <a:ext uri="{FF2B5EF4-FFF2-40B4-BE49-F238E27FC236}">
                <a16:creationId xmlns:a16="http://schemas.microsoft.com/office/drawing/2014/main" id="{E7FE1A91-DFFD-13D1-C0C1-A1DFD3BD9CD5}"/>
              </a:ext>
            </a:extLst>
          </p:cNvPr>
          <p:cNvSpPr txBox="1"/>
          <p:nvPr/>
        </p:nvSpPr>
        <p:spPr>
          <a:xfrm>
            <a:off x="1278255" y="3632714"/>
            <a:ext cx="19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从红月开始</a:t>
            </a:r>
            <a:r>
              <a:rPr lang="en-US" altLang="zh-CN" dirty="0"/>
              <a:t>》</a:t>
            </a:r>
          </a:p>
        </p:txBody>
      </p:sp>
      <p:sp>
        <p:nvSpPr>
          <p:cNvPr id="5" name="文本框 4">
            <a:hlinkClick r:id="rId6"/>
            <a:extLst>
              <a:ext uri="{FF2B5EF4-FFF2-40B4-BE49-F238E27FC236}">
                <a16:creationId xmlns:a16="http://schemas.microsoft.com/office/drawing/2014/main" id="{A3D6CA9A-7540-A717-D709-123F09FDA417}"/>
              </a:ext>
            </a:extLst>
          </p:cNvPr>
          <p:cNvSpPr txBox="1"/>
          <p:nvPr/>
        </p:nvSpPr>
        <p:spPr>
          <a:xfrm>
            <a:off x="1278255" y="437203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穿成摄政王的侍爱逃妻</a:t>
            </a:r>
            <a:r>
              <a:rPr lang="en-US" altLang="zh-CN" dirty="0"/>
              <a:t>》</a:t>
            </a:r>
          </a:p>
        </p:txBody>
      </p:sp>
      <p:sp>
        <p:nvSpPr>
          <p:cNvPr id="6" name="文本框 5">
            <a:hlinkClick r:id="rId7"/>
            <a:extLst>
              <a:ext uri="{FF2B5EF4-FFF2-40B4-BE49-F238E27FC236}">
                <a16:creationId xmlns:a16="http://schemas.microsoft.com/office/drawing/2014/main" id="{B41276D7-D3C2-B2E0-E40A-1373AC5CB9BA}"/>
              </a:ext>
            </a:extLst>
          </p:cNvPr>
          <p:cNvSpPr txBox="1"/>
          <p:nvPr/>
        </p:nvSpPr>
        <p:spPr>
          <a:xfrm>
            <a:off x="1278255" y="511135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听说我很穷</a:t>
            </a:r>
            <a:r>
              <a:rPr lang="en-US" altLang="zh-CN" dirty="0"/>
              <a:t>[</a:t>
            </a:r>
            <a:r>
              <a:rPr lang="zh-CN" altLang="en-US" dirty="0"/>
              <a:t>娱乐圈</a:t>
            </a:r>
            <a:r>
              <a:rPr lang="en-US" altLang="zh-CN" dirty="0"/>
              <a:t>]》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  <p:sp>
        <p:nvSpPr>
          <p:cNvPr id="39" name="文本框 38">
            <a:hlinkClick r:id="rId36"/>
            <a:extLst>
              <a:ext uri="{FF2B5EF4-FFF2-40B4-BE49-F238E27FC236}">
                <a16:creationId xmlns:a16="http://schemas.microsoft.com/office/drawing/2014/main" id="{36872E92-22B9-6A3E-74BA-82DAB5A0856B}"/>
              </a:ext>
            </a:extLst>
          </p:cNvPr>
          <p:cNvSpPr txBox="1"/>
          <p:nvPr/>
        </p:nvSpPr>
        <p:spPr>
          <a:xfrm>
            <a:off x="9225159" y="204863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cd3</a:t>
            </a:r>
          </a:p>
        </p:txBody>
      </p:sp>
      <p:sp>
        <p:nvSpPr>
          <p:cNvPr id="42" name="文本框 41">
            <a:hlinkClick r:id="rId37"/>
            <a:extLst>
              <a:ext uri="{FF2B5EF4-FFF2-40B4-BE49-F238E27FC236}">
                <a16:creationId xmlns:a16="http://schemas.microsoft.com/office/drawing/2014/main" id="{39D343D8-D205-2203-8434-DFF258EF9215}"/>
              </a:ext>
            </a:extLst>
          </p:cNvPr>
          <p:cNvSpPr txBox="1"/>
          <p:nvPr/>
        </p:nvSpPr>
        <p:spPr>
          <a:xfrm>
            <a:off x="9225159" y="2679119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292178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2D9F3442-2F84-BC96-EB51-67D2E9C40C9E}"/>
              </a:ext>
            </a:extLst>
          </p:cNvPr>
          <p:cNvGrpSpPr/>
          <p:nvPr/>
        </p:nvGrpSpPr>
        <p:grpSpPr>
          <a:xfrm>
            <a:off x="3337131" y="1292178"/>
            <a:ext cx="795655" cy="3488469"/>
            <a:chOff x="3337131" y="1402556"/>
            <a:chExt cx="795655" cy="3488469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337131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337131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337131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337131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337131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  <p:sp>
          <p:nvSpPr>
            <p:cNvPr id="28" name="文本框 27">
              <a:hlinkClick r:id="rId17"/>
            </p:cNvPr>
            <p:cNvSpPr txBox="1"/>
            <p:nvPr/>
          </p:nvSpPr>
          <p:spPr>
            <a:xfrm>
              <a:off x="3337131" y="452272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</p:grpSp>
      <p:sp>
        <p:nvSpPr>
          <p:cNvPr id="31" name="文本框 30">
            <a:hlinkClick r:id="rId18"/>
          </p:cNvPr>
          <p:cNvSpPr txBox="1"/>
          <p:nvPr/>
        </p:nvSpPr>
        <p:spPr>
          <a:xfrm>
            <a:off x="9022925" y="1476328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072C0F9-F97B-2E18-3842-76EF65DBF863}"/>
              </a:ext>
            </a:extLst>
          </p:cNvPr>
          <p:cNvGrpSpPr/>
          <p:nvPr/>
        </p:nvGrpSpPr>
        <p:grpSpPr>
          <a:xfrm>
            <a:off x="7148195" y="1292178"/>
            <a:ext cx="700405" cy="4637418"/>
            <a:chOff x="7148195" y="1292178"/>
            <a:chExt cx="700405" cy="4637418"/>
          </a:xfrm>
        </p:grpSpPr>
        <p:sp>
          <p:nvSpPr>
            <p:cNvPr id="18" name="文本框 17">
              <a:hlinkClick r:id="rId19"/>
            </p:cNvPr>
            <p:cNvSpPr txBox="1"/>
            <p:nvPr/>
          </p:nvSpPr>
          <p:spPr>
            <a:xfrm>
              <a:off x="7148195" y="129217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20"/>
            </p:cNvPr>
            <p:cNvSpPr txBox="1"/>
            <p:nvPr/>
          </p:nvSpPr>
          <p:spPr>
            <a:xfrm>
              <a:off x="7148195" y="214579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21"/>
            </p:cNvPr>
            <p:cNvSpPr txBox="1"/>
            <p:nvPr/>
          </p:nvSpPr>
          <p:spPr>
            <a:xfrm>
              <a:off x="7148195" y="299941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22"/>
            </p:cNvPr>
            <p:cNvSpPr txBox="1"/>
            <p:nvPr/>
          </p:nvSpPr>
          <p:spPr>
            <a:xfrm>
              <a:off x="7148195" y="385302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5" y="470664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560264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sp>
        <p:nvSpPr>
          <p:cNvPr id="36" name="文本框 35">
            <a:hlinkClick r:id="rId25"/>
            <a:extLst>
              <a:ext uri="{FF2B5EF4-FFF2-40B4-BE49-F238E27FC236}">
                <a16:creationId xmlns:a16="http://schemas.microsoft.com/office/drawing/2014/main" id="{421EB2B6-4236-0C13-A9AF-2FB363E4AE39}"/>
              </a:ext>
            </a:extLst>
          </p:cNvPr>
          <p:cNvSpPr txBox="1"/>
          <p:nvPr/>
        </p:nvSpPr>
        <p:spPr>
          <a:xfrm>
            <a:off x="9022925" y="2614484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cd3</a:t>
            </a:r>
          </a:p>
        </p:txBody>
      </p:sp>
      <p:sp>
        <p:nvSpPr>
          <p:cNvPr id="37" name="文本框 36">
            <a:hlinkClick r:id="rId26"/>
            <a:extLst>
              <a:ext uri="{FF2B5EF4-FFF2-40B4-BE49-F238E27FC236}">
                <a16:creationId xmlns:a16="http://schemas.microsoft.com/office/drawing/2014/main" id="{D4FA9C25-810F-927B-DFE2-9851769C3C34}"/>
              </a:ext>
            </a:extLst>
          </p:cNvPr>
          <p:cNvSpPr txBox="1"/>
          <p:nvPr/>
        </p:nvSpPr>
        <p:spPr>
          <a:xfrm>
            <a:off x="9022925" y="2045406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cd2</a:t>
            </a: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6C0FD3F-C33C-CFD8-0181-C698036832C6}"/>
              </a:ext>
            </a:extLst>
          </p:cNvPr>
          <p:cNvGrpSpPr/>
          <p:nvPr/>
        </p:nvGrpSpPr>
        <p:grpSpPr>
          <a:xfrm>
            <a:off x="5242663" y="1292178"/>
            <a:ext cx="795655" cy="4672834"/>
            <a:chOff x="5242663" y="1417955"/>
            <a:chExt cx="795655" cy="4672834"/>
          </a:xfrm>
        </p:grpSpPr>
        <p:sp>
          <p:nvSpPr>
            <p:cNvPr id="19" name="文本框 18">
              <a:hlinkClick r:id="rId27"/>
            </p:cNvPr>
            <p:cNvSpPr txBox="1"/>
            <p:nvPr/>
          </p:nvSpPr>
          <p:spPr>
            <a:xfrm>
              <a:off x="5242663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8"/>
            </p:cNvPr>
            <p:cNvSpPr txBox="1"/>
            <p:nvPr/>
          </p:nvSpPr>
          <p:spPr>
            <a:xfrm>
              <a:off x="5242663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9"/>
            </p:cNvPr>
            <p:cNvSpPr txBox="1"/>
            <p:nvPr/>
          </p:nvSpPr>
          <p:spPr>
            <a:xfrm>
              <a:off x="5242663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30"/>
            </p:cNvPr>
            <p:cNvSpPr txBox="1"/>
            <p:nvPr/>
          </p:nvSpPr>
          <p:spPr>
            <a:xfrm>
              <a:off x="5242663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31"/>
            </p:cNvPr>
            <p:cNvSpPr txBox="1"/>
            <p:nvPr/>
          </p:nvSpPr>
          <p:spPr>
            <a:xfrm>
              <a:off x="5242663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2"/>
            </p:cNvPr>
            <p:cNvSpPr txBox="1"/>
            <p:nvPr/>
          </p:nvSpPr>
          <p:spPr>
            <a:xfrm>
              <a:off x="5242663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3"/>
            </p:cNvPr>
            <p:cNvSpPr txBox="1"/>
            <p:nvPr/>
          </p:nvSpPr>
          <p:spPr>
            <a:xfrm>
              <a:off x="5242663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4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242663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sp>
        <p:nvSpPr>
          <p:cNvPr id="42" name="文本框 41">
            <a:hlinkClick r:id="rId35"/>
            <a:extLst>
              <a:ext uri="{FF2B5EF4-FFF2-40B4-BE49-F238E27FC236}">
                <a16:creationId xmlns:a16="http://schemas.microsoft.com/office/drawing/2014/main" id="{6EFDE8B6-B849-FAFE-FB00-639AD28E2D1B}"/>
              </a:ext>
            </a:extLst>
          </p:cNvPr>
          <p:cNvSpPr txBox="1"/>
          <p:nvPr/>
        </p:nvSpPr>
        <p:spPr>
          <a:xfrm>
            <a:off x="9022925" y="318356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225</Words>
  <Application>Microsoft Office PowerPoint</Application>
  <PresentationFormat>宽屏</PresentationFormat>
  <Paragraphs>140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143</cp:revision>
  <dcterms:created xsi:type="dcterms:W3CDTF">2024-03-01T10:25:00Z</dcterms:created>
  <dcterms:modified xsi:type="dcterms:W3CDTF">2024-03-27T02:27:18Z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