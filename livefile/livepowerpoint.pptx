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60" r:id="rId2"/>
    <p:sldId id="268" r:id="rId3"/>
    <p:sldId id="270" r:id="rId4"/>
    <p:sldId id="259" r:id="rId5"/>
    <p:sldId id="263" r:id="rId6"/>
    <p:sldId id="256" r:id="rId7"/>
    <p:sldId id="269" r:id="rId8"/>
    <p:sldId id="258" r:id="rId9"/>
    <p:sldId id="262" r:id="rId10"/>
    <p:sldId id="257" r:id="rId11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227" autoAdjust="0"/>
    <p:restoredTop sz="86435" autoAdjust="0"/>
  </p:normalViewPr>
  <p:slideViewPr>
    <p:cSldViewPr snapToGrid="0">
      <p:cViewPr varScale="1">
        <p:scale>
          <a:sx n="24" d="100"/>
          <a:sy n="24" d="100"/>
        </p:scale>
        <p:origin x="36" y="15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7144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2024/3/25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6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&#28909;&#25628;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8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ukehi/BukehiWeb/issue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5968;&#23398;&#31572;&#26696;1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&#28909;&#25628;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11" Type="http://schemas.openxmlformats.org/officeDocument/2006/relationships/hyperlink" Target="https://officeweb365.101eduyun.com/?ssl=1&amp;furl=https://bukehi.github.io/BukehiWeb/fiction/GitHub&#20837;&#38376;&#19982;&#23454;&#36341;&#23436;&#25972;&#29256;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gzr.docx?" TargetMode="External"/><Relationship Id="rId13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3" Type="http://schemas.openxmlformats.org/officeDocument/2006/relationships/hyperlink" Target="https://officeweb365.101eduyun.com/?ssl=1&amp;furl=https://bukehi.github.io/BukehiWeb/fiction/wxzw.docx?" TargetMode="External"/><Relationship Id="rId7" Type="http://schemas.openxmlformats.org/officeDocument/2006/relationships/hyperlink" Target="https://officeweb365.101eduyun.com/?ssl=1&amp;furl=https://bukehi.github.io/BukehiWeb/fiction/qqft_bnswxsj.docx?" TargetMode="External"/><Relationship Id="rId12" Type="http://schemas.openxmlformats.org/officeDocument/2006/relationships/hyperlink" Target="https://officeweb365.101eduyun.com/?ssl=1&amp;furl=https://bukehi.github.io/BukehiWeb/fiction/05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ms_wdgjcbbrdyg.docx?" TargetMode="External"/><Relationship Id="rId11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5" Type="http://schemas.openxmlformats.org/officeDocument/2006/relationships/hyperlink" Target="https://officeweb365.101eduyun.com/?ssl=1&amp;furl=https://bukehi.github.io/BukehiWeb/fiction/mscjxmb.docx?" TargetMode="External"/><Relationship Id="rId15" Type="http://schemas.openxmlformats.org/officeDocument/2006/relationships/hyperlink" Target="https://officeweb365.101eduyun.com/?ssl=1&amp;furl=https://bukehi.github.io/BukehiWeb/fiction/&#21407;&#31070;&#20043;&#27704;&#24658;&#32773;.docx?" TargetMode="External"/><Relationship Id="rId10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4" Type="http://schemas.openxmlformats.org/officeDocument/2006/relationships/hyperlink" Target="https://officeweb365.101eduyun.com/?ssl=1&amp;furl=https://bukehi.github.io/BukehiWeb/fiction/lpsj.docx?" TargetMode="External"/><Relationship Id="rId9" Type="http://schemas.openxmlformats.org/officeDocument/2006/relationships/hyperlink" Target="https://officeweb365.101eduyun.com/?ssl=1&amp;furl=https://bukehi.github.io/BukehiWeb/fiction/dldljstm.docx?" TargetMode="External"/><Relationship Id="rId14" Type="http://schemas.openxmlformats.org/officeDocument/2006/relationships/hyperlink" Target="https://officeweb365.101eduyun.com/?ssl=1&amp;furl=https://bukehi.github.io/BukehiWeb/fiction/&#27861;&#32769;&#29579;&#30340;&#29483;&#30270;&#30151;.docx?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7" Type="http://schemas.openxmlformats.org/officeDocument/2006/relationships/hyperlink" Target="https://officeweb365.101eduyun.com/?ssl=1&amp;furl=https://bukehi.github.io/BukehiWeb/fiction/10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2" Type="http://schemas.openxmlformats.org/officeDocument/2006/relationships/hyperlink" Target="https://officeweb365.101eduyun.com/?ssl=1&amp;furl=https://bukehi.github.io/BukehiWeb/fiction/06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09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5" Type="http://schemas.openxmlformats.org/officeDocument/2006/relationships/hyperlink" Target="https://officeweb365.101eduyun.com/?ssl=1&amp;furl=https://bukehi.github.io/BukehiWeb/fiction/08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4" Type="http://schemas.openxmlformats.org/officeDocument/2006/relationships/hyperlink" Target="https://officeweb365.101eduyun.com/?ssl=1&amp;furl=https://bukehi.github.io/BukehiWeb/fiction/07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hy5.pptx?" TargetMode="External"/><Relationship Id="rId18" Type="http://schemas.openxmlformats.org/officeDocument/2006/relationships/hyperlink" Target="https://officeweb365.101eduyun.com/?ssl=1&amp;furl=https://bukehi.github.io/BukehiWeb/power%20point/cl3.pptx?" TargetMode="External"/><Relationship Id="rId26" Type="http://schemas.openxmlformats.org/officeDocument/2006/relationships/hyperlink" Target="https://officeweb365.101eduyun.com/?ssl=1&amp;furl=https://bukehi.github.io/BukehiWeb/power%20point/sr4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hy1.pptx?" TargetMode="External"/><Relationship Id="rId34" Type="http://schemas.openxmlformats.org/officeDocument/2006/relationships/hyperlink" Target="https://officeweb365.101eduyun.com/?ssl=1&amp;furl=https://bukehi.github.io/BukehiWeb/power%20point/nszx2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hy4.pptx?" TargetMode="External"/><Relationship Id="rId17" Type="http://schemas.openxmlformats.org/officeDocument/2006/relationships/hyperlink" Target="https://officeweb365.101eduyun.com/?ssl=1&amp;furl=https://bukehi.github.io/BukehiWeb/power%20point/mi2.pptx?" TargetMode="External"/><Relationship Id="rId25" Type="http://schemas.openxmlformats.org/officeDocument/2006/relationships/hyperlink" Target="https://officeweb365.101eduyun.com/?ssl=1&amp;furl=https://bukehi.github.io/BukehiWeb/power%20point/sr3.pptx?" TargetMode="External"/><Relationship Id="rId33" Type="http://schemas.openxmlformats.org/officeDocument/2006/relationships/hyperlink" Target="https://officeweb365.101eduyun.com/?ssl=1&amp;furl=https://bukehi.github.io/BukehiWeb/power%20point/cl2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mi.pptx?" TargetMode="External"/><Relationship Id="rId20" Type="http://schemas.openxmlformats.org/officeDocument/2006/relationships/hyperlink" Target="https://officeweb365.101eduyun.com/?ssl=1&amp;furl=https://bukehi.github.io/BukehiWeb/power%20point/hy2.pptx?" TargetMode="External"/><Relationship Id="rId29" Type="http://schemas.openxmlformats.org/officeDocument/2006/relationships/hyperlink" Target="https://officeweb365.101eduyun.com/?ssl=1&amp;furl=https://bukehi.github.io/BukehiWeb/power%20point/xc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hy3.pptx?" TargetMode="External"/><Relationship Id="rId24" Type="http://schemas.openxmlformats.org/officeDocument/2006/relationships/hyperlink" Target="https://officeweb365.101eduyun.com/?ssl=1&amp;furl=https://bukehi.github.io/BukehiWeb/power%20point/sr2.pptx?" TargetMode="External"/><Relationship Id="rId32" Type="http://schemas.openxmlformats.org/officeDocument/2006/relationships/hyperlink" Target="https://officeweb365.101eduyun.com/?ssl=1&amp;furl=https://bukehi.github.io/BukehiWeb/power%20point/cl.pptx?" TargetMode="External"/><Relationship Id="rId37" Type="http://schemas.openxmlformats.org/officeDocument/2006/relationships/hyperlink" Target="https://officeweb365.101eduyun.com/?ssl=1&amp;furl=https://bukehi.github.io/BukehiWeb/power%20point/cd4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d.pptx?" TargetMode="External"/><Relationship Id="rId23" Type="http://schemas.openxmlformats.org/officeDocument/2006/relationships/hyperlink" Target="https://officeweb365.101eduyun.com/?ssl=1&amp;furl=https://bukehi.github.io/BukehiWeb/power%20point/sr1.pptx?" TargetMode="External"/><Relationship Id="rId28" Type="http://schemas.openxmlformats.org/officeDocument/2006/relationships/hyperlink" Target="https://officeweb365.101eduyun.com/?ssl=1&amp;furl=https://bukehi.github.io/BukehiWeb/power%20point/xc1.pptx?" TargetMode="External"/><Relationship Id="rId36" Type="http://schemas.openxmlformats.org/officeDocument/2006/relationships/hyperlink" Target="https://officeweb365.101eduyun.com/?ssl=1&amp;furl=https://bukehi.github.io/BukehiWeb/power%20point/cd3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xxsh1.pptx?" TargetMode="External"/><Relationship Id="rId31" Type="http://schemas.openxmlformats.org/officeDocument/2006/relationships/hyperlink" Target="https://officeweb365.101eduyun.com/?ssl=1&amp;furl=https://bukehi.github.io/BukehiWeb/power%20point/bs2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xxsh.pptx?" TargetMode="External"/><Relationship Id="rId22" Type="http://schemas.openxmlformats.org/officeDocument/2006/relationships/hyperlink" Target="https://officeweb365.101eduyun.com/?ssl=1&amp;furl=https://bukehi.github.io/BukehiWeb/power%20point/sr.pptx?" TargetMode="External"/><Relationship Id="rId27" Type="http://schemas.openxmlformats.org/officeDocument/2006/relationships/hyperlink" Target="https://officeweb365.101eduyun.com/?ssl=1&amp;furl=https://bukehi.github.io/BukehiWeb/power%20point/sr5.pptx?" TargetMode="External"/><Relationship Id="rId30" Type="http://schemas.openxmlformats.org/officeDocument/2006/relationships/hyperlink" Target="https://officeweb365.101eduyun.com/?ssl=1&amp;furl=https://bukehi.github.io/BukehiWeb/power%20point/bs1.pptx?" TargetMode="External"/><Relationship Id="rId35" Type="http://schemas.openxmlformats.org/officeDocument/2006/relationships/hyperlink" Target="https://officeweb365.101eduyun.com/?ssl=1&amp;furl=https://bukehi.github.io/BukehiWeb/power%20point/nszx1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cd.pptx?" TargetMode="External"/><Relationship Id="rId26" Type="http://schemas.openxmlformats.org/officeDocument/2006/relationships/hyperlink" Target="https://officeweb365.101eduyun.com/?ssl=1&amp;furl=https://bukehi.gitee.io/school/power%20point/cd2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hy5.pptx?" TargetMode="External"/><Relationship Id="rId34" Type="http://schemas.openxmlformats.org/officeDocument/2006/relationships/hyperlink" Target="https://officeweb365.101eduyun.com/?ssl=1&amp;furl=https://bukehi.gitee.io/school/power%20point/sr5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cl2.pptx?" TargetMode="External"/><Relationship Id="rId25" Type="http://schemas.openxmlformats.org/officeDocument/2006/relationships/hyperlink" Target="https://officeweb365.101eduyun.com/?ssl=1&amp;furl=https://bukehi.gitee.io/school/power%20point/cd3.pptx?" TargetMode="External"/><Relationship Id="rId33" Type="http://schemas.openxmlformats.org/officeDocument/2006/relationships/hyperlink" Target="https://officeweb365.101eduyun.com/?ssl=1&amp;furl=https://bukehi.gitee.io/school/power%20point/sr4.pptx?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hy4.pptx?" TargetMode="External"/><Relationship Id="rId29" Type="http://schemas.openxmlformats.org/officeDocument/2006/relationships/hyperlink" Target="https://officeweb365.101eduyun.com/?ssl=1&amp;furl=https://bukehi.gitee.io/school/power%20point/sr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mi2.pptx?" TargetMode="External"/><Relationship Id="rId32" Type="http://schemas.openxmlformats.org/officeDocument/2006/relationships/hyperlink" Target="https://officeweb365.101eduyun.com/?ssl=1&amp;furl=https://bukehi.gitee.io/school/power%20point/sr3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mi.pptx?" TargetMode="External"/><Relationship Id="rId28" Type="http://schemas.openxmlformats.org/officeDocument/2006/relationships/hyperlink" Target="https://officeweb365.101eduyun.com/?ssl=1&amp;furl=https://bukehi.gitee.io/school/power%20point/hy1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3.pptx?" TargetMode="External"/><Relationship Id="rId31" Type="http://schemas.openxmlformats.org/officeDocument/2006/relationships/hyperlink" Target="https://officeweb365.101eduyun.com/?ssl=1&amp;furl=https://bukehi.gitee.io/school/power%20point/sr2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xxsh.pptx?" TargetMode="External"/><Relationship Id="rId27" Type="http://schemas.openxmlformats.org/officeDocument/2006/relationships/hyperlink" Target="https://officeweb365.101eduyun.com/?ssl=1&amp;furl=https://bukehi.gitee.io/school/power%20point/hy2.pptx?" TargetMode="External"/><Relationship Id="rId30" Type="http://schemas.openxmlformats.org/officeDocument/2006/relationships/hyperlink" Target="https://officeweb365.101eduyun.com/?ssl=1&amp;furl=https://bukehi.gitee.io/school/power%20point/sr1.pptx?" TargetMode="External"/><Relationship Id="rId35" Type="http://schemas.openxmlformats.org/officeDocument/2006/relationships/hyperlink" Target="https://officeweb365.101eduyun.com/?ssl=1&amp;furl=https://bukehi.gitee.io/school/power%20point/cd4.pptx?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382994-F34C-C722-1D7F-8BB4E8EDAB81}"/>
              </a:ext>
            </a:extLst>
          </p:cNvPr>
          <p:cNvSpPr txBox="1"/>
          <p:nvPr/>
        </p:nvSpPr>
        <p:spPr>
          <a:xfrm>
            <a:off x="983383" y="237176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7B7D0B5-E1ED-3F19-2C64-79845A99614E}"/>
              </a:ext>
            </a:extLst>
          </p:cNvPr>
          <p:cNvSpPr txBox="1"/>
          <p:nvPr/>
        </p:nvSpPr>
        <p:spPr>
          <a:xfrm>
            <a:off x="983382" y="37701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音乐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69F4C3-508B-021A-5199-9A41FDD5C502}"/>
              </a:ext>
            </a:extLst>
          </p:cNvPr>
          <p:cNvSpPr txBox="1"/>
          <p:nvPr/>
        </p:nvSpPr>
        <p:spPr>
          <a:xfrm>
            <a:off x="952170" y="54006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101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76A465-E9E2-34FC-617B-B1347B695327}"/>
              </a:ext>
            </a:extLst>
          </p:cNvPr>
          <p:cNvSpPr txBox="1"/>
          <p:nvPr/>
        </p:nvSpPr>
        <p:spPr>
          <a:xfrm>
            <a:off x="3972609" y="23024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答案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A15EEB2-45D9-D54B-89BE-44D25A580095}"/>
              </a:ext>
            </a:extLst>
          </p:cNvPr>
          <p:cNvSpPr txBox="1"/>
          <p:nvPr/>
        </p:nvSpPr>
        <p:spPr>
          <a:xfrm>
            <a:off x="3972609" y="38168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C32C7573-52D6-9B00-E43C-4039B489E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99" y="182880"/>
            <a:ext cx="1490050" cy="670983"/>
          </a:xfrm>
        </p:spPr>
        <p:txBody>
          <a:bodyPr/>
          <a:lstStyle/>
          <a:p>
            <a:r>
              <a:rPr lang="zh-CN" altLang="en-US" dirty="0"/>
              <a:t>交流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19BD100-2844-E85B-C92F-C42D966B164E}"/>
              </a:ext>
            </a:extLst>
          </p:cNvPr>
          <p:cNvSpPr txBox="1"/>
          <p:nvPr/>
        </p:nvSpPr>
        <p:spPr>
          <a:xfrm>
            <a:off x="1267274" y="2628900"/>
            <a:ext cx="5878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如果在使用过程中遇到问题，或有资源更新需求，请在</a:t>
            </a:r>
            <a:endParaRPr lang="en-US" altLang="zh-CN" dirty="0"/>
          </a:p>
          <a:p>
            <a:r>
              <a:rPr lang="en-US" altLang="zh-CN" dirty="0">
                <a:hlinkClick r:id="rId2"/>
              </a:rPr>
              <a:t>Issues · Bukehi/BukehiWeb (github.com)</a:t>
            </a:r>
            <a:r>
              <a:rPr lang="zh-CN" altLang="en-US" dirty="0"/>
              <a:t>中留言。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C360A8-C124-D942-B9C2-323C377D3F56}"/>
              </a:ext>
            </a:extLst>
          </p:cNvPr>
          <p:cNvSpPr txBox="1"/>
          <p:nvPr/>
        </p:nvSpPr>
        <p:spPr>
          <a:xfrm>
            <a:off x="1267274" y="975777"/>
            <a:ext cx="46451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本内容由</a:t>
            </a:r>
            <a:r>
              <a:rPr lang="en-US" altLang="zh-CN" sz="4800" dirty="0" err="1"/>
              <a:t>Bukehi</a:t>
            </a:r>
            <a:r>
              <a:rPr lang="zh-CN" altLang="en-US" sz="3200" dirty="0"/>
              <a:t>提供</a:t>
            </a:r>
          </a:p>
        </p:txBody>
      </p:sp>
    </p:spTree>
    <p:extLst>
      <p:ext uri="{BB962C8B-B14F-4D97-AF65-F5344CB8AC3E}">
        <p14:creationId xmlns:p14="http://schemas.microsoft.com/office/powerpoint/2010/main" val="3933952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7373839" y="1981519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3985395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3985395" y="2991484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3985395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  <p:sp>
        <p:nvSpPr>
          <p:cNvPr id="4" name="文本框 3">
            <a:hlinkClick r:id="rId11"/>
            <a:extLst>
              <a:ext uri="{FF2B5EF4-FFF2-40B4-BE49-F238E27FC236}">
                <a16:creationId xmlns:a16="http://schemas.microsoft.com/office/drawing/2014/main" id="{837B52E5-09E4-8E2F-6DFE-E914CEC7955C}"/>
              </a:ext>
            </a:extLst>
          </p:cNvPr>
          <p:cNvSpPr txBox="1"/>
          <p:nvPr/>
        </p:nvSpPr>
        <p:spPr>
          <a:xfrm>
            <a:off x="7373838" y="2991485"/>
            <a:ext cx="3404651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GitHub</a:t>
            </a:r>
            <a:r>
              <a:rPr lang="zh-CN" altLang="en-US" dirty="0"/>
              <a:t>入门与实践完整版</a:t>
            </a:r>
            <a:endParaRPr lang="en-US" altLang="zh-C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3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4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5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6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7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8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9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10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1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2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3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4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5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6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  <p:sp>
        <p:nvSpPr>
          <p:cNvPr id="3" name="文本框 2">
            <a:hlinkClick r:id="rId4"/>
            <a:extLst>
              <a:ext uri="{FF2B5EF4-FFF2-40B4-BE49-F238E27FC236}">
                <a16:creationId xmlns:a16="http://schemas.microsoft.com/office/drawing/2014/main" id="{5ACC85E7-F2C7-0481-20DA-84888340C19A}"/>
              </a:ext>
            </a:extLst>
          </p:cNvPr>
          <p:cNvSpPr txBox="1"/>
          <p:nvPr/>
        </p:nvSpPr>
        <p:spPr>
          <a:xfrm>
            <a:off x="1278255" y="2855955"/>
            <a:ext cx="157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白鹿原</a:t>
            </a:r>
            <a:r>
              <a:rPr lang="en-US" altLang="zh-CN" dirty="0"/>
              <a:t>》</a:t>
            </a:r>
          </a:p>
        </p:txBody>
      </p:sp>
      <p:sp>
        <p:nvSpPr>
          <p:cNvPr id="4" name="文本框 3">
            <a:hlinkClick r:id="rId5"/>
            <a:extLst>
              <a:ext uri="{FF2B5EF4-FFF2-40B4-BE49-F238E27FC236}">
                <a16:creationId xmlns:a16="http://schemas.microsoft.com/office/drawing/2014/main" id="{E7FE1A91-DFFD-13D1-C0C1-A1DFD3BD9CD5}"/>
              </a:ext>
            </a:extLst>
          </p:cNvPr>
          <p:cNvSpPr txBox="1"/>
          <p:nvPr/>
        </p:nvSpPr>
        <p:spPr>
          <a:xfrm>
            <a:off x="1278255" y="3632714"/>
            <a:ext cx="1950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从红月开始</a:t>
            </a:r>
            <a:r>
              <a:rPr lang="en-US" altLang="zh-CN" dirty="0"/>
              <a:t>》</a:t>
            </a:r>
          </a:p>
        </p:txBody>
      </p:sp>
      <p:sp>
        <p:nvSpPr>
          <p:cNvPr id="5" name="文本框 4">
            <a:hlinkClick r:id="rId6"/>
            <a:extLst>
              <a:ext uri="{FF2B5EF4-FFF2-40B4-BE49-F238E27FC236}">
                <a16:creationId xmlns:a16="http://schemas.microsoft.com/office/drawing/2014/main" id="{A3D6CA9A-7540-A717-D709-123F09FDA417}"/>
              </a:ext>
            </a:extLst>
          </p:cNvPr>
          <p:cNvSpPr txBox="1"/>
          <p:nvPr/>
        </p:nvSpPr>
        <p:spPr>
          <a:xfrm>
            <a:off x="1278255" y="4372034"/>
            <a:ext cx="2890332" cy="369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穿成摄政王的侍爱逃妻</a:t>
            </a:r>
            <a:r>
              <a:rPr lang="en-US" altLang="zh-CN" dirty="0"/>
              <a:t>》</a:t>
            </a:r>
          </a:p>
        </p:txBody>
      </p:sp>
      <p:sp>
        <p:nvSpPr>
          <p:cNvPr id="6" name="文本框 5">
            <a:hlinkClick r:id="rId7"/>
            <a:extLst>
              <a:ext uri="{FF2B5EF4-FFF2-40B4-BE49-F238E27FC236}">
                <a16:creationId xmlns:a16="http://schemas.microsoft.com/office/drawing/2014/main" id="{B41276D7-D3C2-B2E0-E40A-1373AC5CB9BA}"/>
              </a:ext>
            </a:extLst>
          </p:cNvPr>
          <p:cNvSpPr txBox="1"/>
          <p:nvPr/>
        </p:nvSpPr>
        <p:spPr>
          <a:xfrm>
            <a:off x="1278255" y="5111354"/>
            <a:ext cx="2890332" cy="369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听说我很穷</a:t>
            </a:r>
            <a:r>
              <a:rPr lang="en-US" altLang="zh-CN" dirty="0"/>
              <a:t>[</a:t>
            </a:r>
            <a:r>
              <a:rPr lang="zh-CN" altLang="en-US" dirty="0"/>
              <a:t>娱乐圈</a:t>
            </a:r>
            <a:r>
              <a:rPr lang="en-US" altLang="zh-CN" dirty="0"/>
              <a:t>]》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2C1025FC-7DEB-A5BC-5A0B-A656CEF160ED}"/>
              </a:ext>
            </a:extLst>
          </p:cNvPr>
          <p:cNvGrpSpPr/>
          <p:nvPr/>
        </p:nvGrpSpPr>
        <p:grpSpPr>
          <a:xfrm>
            <a:off x="1312565" y="1417123"/>
            <a:ext cx="1010574" cy="4756861"/>
            <a:chOff x="1312565" y="1417123"/>
            <a:chExt cx="1010574" cy="4756861"/>
          </a:xfrm>
        </p:grpSpPr>
        <p:sp>
          <p:nvSpPr>
            <p:cNvPr id="5" name="文本框 4">
              <a:hlinkClick r:id="rId2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3" action="ppaction://hlinkfile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4" action="ppaction://hlinkfile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5" action="ppaction://hlinkfile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6" action="ppaction://hlinkfile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7" action="ppaction://hlinkfile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8" action="ppaction://hlinkfile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9" action="ppaction://hlinkfile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0" action="ppaction://hlinkfile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9492130E-D0B6-6BC3-683F-BA315D5A6523}"/>
              </a:ext>
            </a:extLst>
          </p:cNvPr>
          <p:cNvGrpSpPr/>
          <p:nvPr/>
        </p:nvGrpSpPr>
        <p:grpSpPr>
          <a:xfrm>
            <a:off x="7242835" y="1417123"/>
            <a:ext cx="872863" cy="4786315"/>
            <a:chOff x="7421572" y="1417123"/>
            <a:chExt cx="872863" cy="4786315"/>
          </a:xfrm>
        </p:grpSpPr>
        <p:sp>
          <p:nvSpPr>
            <p:cNvPr id="18" name="文本框 17">
              <a:hlinkClick r:id="rId11" action="ppaction://hlinkfile"/>
            </p:cNvPr>
            <p:cNvSpPr txBox="1"/>
            <p:nvPr/>
          </p:nvSpPr>
          <p:spPr>
            <a:xfrm>
              <a:off x="7437923" y="141712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2" action="ppaction://hlinkfile"/>
            </p:cNvPr>
            <p:cNvSpPr txBox="1"/>
            <p:nvPr/>
          </p:nvSpPr>
          <p:spPr>
            <a:xfrm>
              <a:off x="7437923" y="204812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hy4</a:t>
              </a:r>
            </a:p>
          </p:txBody>
        </p:sp>
        <p:sp>
          <p:nvSpPr>
            <p:cNvPr id="27" name="文本框 26">
              <a:hlinkClick r:id="rId13" action="ppaction://hlinkfile"/>
            </p:cNvPr>
            <p:cNvSpPr txBox="1"/>
            <p:nvPr/>
          </p:nvSpPr>
          <p:spPr>
            <a:xfrm>
              <a:off x="7437923" y="267911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9" name="文本框 28">
              <a:hlinkClick r:id="rId14" action="ppaction://hlinkfile"/>
            </p:cNvPr>
            <p:cNvSpPr txBox="1"/>
            <p:nvPr/>
          </p:nvSpPr>
          <p:spPr>
            <a:xfrm>
              <a:off x="7437923" y="39411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15"/>
            </p:cNvPr>
            <p:cNvSpPr txBox="1"/>
            <p:nvPr/>
          </p:nvSpPr>
          <p:spPr>
            <a:xfrm>
              <a:off x="7437923" y="45721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16"/>
            </p:cNvPr>
            <p:cNvSpPr txBox="1"/>
            <p:nvPr/>
          </p:nvSpPr>
          <p:spPr>
            <a:xfrm>
              <a:off x="7437923" y="520311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17"/>
            </p:cNvPr>
            <p:cNvSpPr txBox="1"/>
            <p:nvPr/>
          </p:nvSpPr>
          <p:spPr>
            <a:xfrm>
              <a:off x="7437923" y="5834106"/>
              <a:ext cx="597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  <p:sp>
          <p:nvSpPr>
            <p:cNvPr id="30" name="文本框 29">
              <a:hlinkClick r:id="rId18"/>
              <a:extLst>
                <a:ext uri="{FF2B5EF4-FFF2-40B4-BE49-F238E27FC236}">
                  <a16:creationId xmlns:a16="http://schemas.microsoft.com/office/drawing/2014/main" id="{75105841-626C-2D1E-D830-C480664E005E}"/>
                </a:ext>
              </a:extLst>
            </p:cNvPr>
            <p:cNvSpPr txBox="1"/>
            <p:nvPr/>
          </p:nvSpPr>
          <p:spPr>
            <a:xfrm>
              <a:off x="7421572" y="3337099"/>
              <a:ext cx="872863" cy="3690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cl3</a:t>
              </a:r>
            </a:p>
          </p:txBody>
        </p:sp>
      </p:grpSp>
      <p:sp>
        <p:nvSpPr>
          <p:cNvPr id="40" name="文本框 39">
            <a:hlinkClick r:id="rId19"/>
            <a:extLst>
              <a:ext uri="{FF2B5EF4-FFF2-40B4-BE49-F238E27FC236}">
                <a16:creationId xmlns:a16="http://schemas.microsoft.com/office/drawing/2014/main" id="{BF08BC39-15C9-FF16-D730-1F9F65B532EA}"/>
              </a:ext>
            </a:extLst>
          </p:cNvPr>
          <p:cNvSpPr txBox="1"/>
          <p:nvPr/>
        </p:nvSpPr>
        <p:spPr>
          <a:xfrm>
            <a:off x="9225159" y="1417123"/>
            <a:ext cx="91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xxsh1</a:t>
            </a:r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7D3DDF8-2EEA-598C-ACAA-711E0481880F}"/>
              </a:ext>
            </a:extLst>
          </p:cNvPr>
          <p:cNvGrpSpPr/>
          <p:nvPr/>
        </p:nvGrpSpPr>
        <p:grpSpPr>
          <a:xfrm>
            <a:off x="5337718" y="1417123"/>
            <a:ext cx="795655" cy="4577268"/>
            <a:chOff x="4695136" y="1442591"/>
            <a:chExt cx="795655" cy="4577268"/>
          </a:xfrm>
        </p:grpSpPr>
        <p:sp>
          <p:nvSpPr>
            <p:cNvPr id="19" name="文本框 18">
              <a:hlinkClick r:id="rId20" action="ppaction://hlinkfile"/>
            </p:cNvPr>
            <p:cNvSpPr txBox="1"/>
            <p:nvPr/>
          </p:nvSpPr>
          <p:spPr>
            <a:xfrm>
              <a:off x="4695136" y="204387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1" action="ppaction://hlinkfile"/>
            </p:cNvPr>
            <p:cNvSpPr txBox="1"/>
            <p:nvPr/>
          </p:nvSpPr>
          <p:spPr>
            <a:xfrm>
              <a:off x="4695136" y="144259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2" action="ppaction://hlinkfile"/>
            </p:cNvPr>
            <p:cNvSpPr txBox="1"/>
            <p:nvPr/>
          </p:nvSpPr>
          <p:spPr>
            <a:xfrm>
              <a:off x="4695136" y="26451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</a:t>
              </a:r>
            </a:p>
          </p:txBody>
        </p:sp>
        <p:sp>
          <p:nvSpPr>
            <p:cNvPr id="21" name="文本框 20">
              <a:hlinkClick r:id="rId23" action="ppaction://hlinkfile"/>
            </p:cNvPr>
            <p:cNvSpPr txBox="1"/>
            <p:nvPr/>
          </p:nvSpPr>
          <p:spPr>
            <a:xfrm>
              <a:off x="4695136" y="324643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sr1</a:t>
              </a:r>
            </a:p>
          </p:txBody>
        </p:sp>
        <p:sp>
          <p:nvSpPr>
            <p:cNvPr id="22" name="文本框 21">
              <a:hlinkClick r:id="rId24" action="ppaction://hlinkfile"/>
            </p:cNvPr>
            <p:cNvSpPr txBox="1"/>
            <p:nvPr/>
          </p:nvSpPr>
          <p:spPr>
            <a:xfrm>
              <a:off x="4695136" y="384771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25" action="ppaction://hlinkfile"/>
            </p:cNvPr>
            <p:cNvSpPr txBox="1"/>
            <p:nvPr/>
          </p:nvSpPr>
          <p:spPr>
            <a:xfrm>
              <a:off x="4695136" y="4448996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26" action="ppaction://hlinkfile"/>
            </p:cNvPr>
            <p:cNvSpPr txBox="1"/>
            <p:nvPr/>
          </p:nvSpPr>
          <p:spPr>
            <a:xfrm>
              <a:off x="4695136" y="505027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sr4</a:t>
              </a:r>
            </a:p>
          </p:txBody>
        </p:sp>
        <p:sp>
          <p:nvSpPr>
            <p:cNvPr id="34" name="文本框 33">
              <a:hlinkClick r:id="rId27"/>
              <a:extLst>
                <a:ext uri="{FF2B5EF4-FFF2-40B4-BE49-F238E27FC236}">
                  <a16:creationId xmlns:a16="http://schemas.microsoft.com/office/drawing/2014/main" id="{293EE393-C83E-BB5C-E809-5F53D26986E6}"/>
                </a:ext>
              </a:extLst>
            </p:cNvPr>
            <p:cNvSpPr txBox="1"/>
            <p:nvPr/>
          </p:nvSpPr>
          <p:spPr>
            <a:xfrm>
              <a:off x="4695136" y="565155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0FF15E1-596E-5A56-80B4-4A1A92C2CB88}"/>
              </a:ext>
            </a:extLst>
          </p:cNvPr>
          <p:cNvGrpSpPr/>
          <p:nvPr/>
        </p:nvGrpSpPr>
        <p:grpSpPr>
          <a:xfrm>
            <a:off x="3432601" y="1417123"/>
            <a:ext cx="795655" cy="4732663"/>
            <a:chOff x="2973651" y="1441321"/>
            <a:chExt cx="795655" cy="4732663"/>
          </a:xfrm>
        </p:grpSpPr>
        <p:sp>
          <p:nvSpPr>
            <p:cNvPr id="2" name="文本框 1">
              <a:hlinkClick r:id="rId28" action="ppaction://hlinkfile"/>
            </p:cNvPr>
            <p:cNvSpPr txBox="1"/>
            <p:nvPr/>
          </p:nvSpPr>
          <p:spPr>
            <a:xfrm>
              <a:off x="2973651" y="1441321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29" action="ppaction://hlinkfile"/>
            </p:cNvPr>
            <p:cNvSpPr txBox="1"/>
            <p:nvPr/>
          </p:nvSpPr>
          <p:spPr>
            <a:xfrm>
              <a:off x="2973651" y="206450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xc2</a:t>
              </a:r>
            </a:p>
          </p:txBody>
        </p:sp>
        <p:sp>
          <p:nvSpPr>
            <p:cNvPr id="14" name="文本框 13">
              <a:hlinkClick r:id="rId30" action="ppaction://hlinkfile"/>
            </p:cNvPr>
            <p:cNvSpPr txBox="1"/>
            <p:nvPr/>
          </p:nvSpPr>
          <p:spPr>
            <a:xfrm>
              <a:off x="2973651" y="268769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bs1</a:t>
              </a:r>
            </a:p>
          </p:txBody>
        </p:sp>
        <p:sp>
          <p:nvSpPr>
            <p:cNvPr id="15" name="文本框 14">
              <a:hlinkClick r:id="rId31" action="ppaction://hlinkfile"/>
            </p:cNvPr>
            <p:cNvSpPr txBox="1"/>
            <p:nvPr/>
          </p:nvSpPr>
          <p:spPr>
            <a:xfrm>
              <a:off x="2973651" y="331087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bs2</a:t>
              </a:r>
            </a:p>
          </p:txBody>
        </p:sp>
        <p:sp>
          <p:nvSpPr>
            <p:cNvPr id="16" name="文本框 15">
              <a:hlinkClick r:id="rId32" action="ppaction://hlinkfile"/>
            </p:cNvPr>
            <p:cNvSpPr txBox="1"/>
            <p:nvPr/>
          </p:nvSpPr>
          <p:spPr>
            <a:xfrm>
              <a:off x="2973651" y="393406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</a:t>
              </a:r>
            </a:p>
          </p:txBody>
        </p:sp>
        <p:sp>
          <p:nvSpPr>
            <p:cNvPr id="28" name="文本框 27">
              <a:hlinkClick r:id="rId33" action="ppaction://hlinkfile"/>
            </p:cNvPr>
            <p:cNvSpPr txBox="1"/>
            <p:nvPr/>
          </p:nvSpPr>
          <p:spPr>
            <a:xfrm>
              <a:off x="2973651" y="455725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33" name="文本框 32">
              <a:hlinkClick r:id="rId34"/>
              <a:extLst>
                <a:ext uri="{FF2B5EF4-FFF2-40B4-BE49-F238E27FC236}">
                  <a16:creationId xmlns:a16="http://schemas.microsoft.com/office/drawing/2014/main" id="{72D6D9FF-B051-3EC8-2D2C-07F76954C89A}"/>
                </a:ext>
              </a:extLst>
            </p:cNvPr>
            <p:cNvSpPr txBox="1"/>
            <p:nvPr/>
          </p:nvSpPr>
          <p:spPr>
            <a:xfrm>
              <a:off x="2973651" y="5804652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nszx2</a:t>
              </a:r>
            </a:p>
          </p:txBody>
        </p:sp>
        <p:sp>
          <p:nvSpPr>
            <p:cNvPr id="35" name="文本框 34">
              <a:hlinkClick r:id="rId35"/>
              <a:extLst>
                <a:ext uri="{FF2B5EF4-FFF2-40B4-BE49-F238E27FC236}">
                  <a16:creationId xmlns:a16="http://schemas.microsoft.com/office/drawing/2014/main" id="{0AC25D09-E113-8C36-9F2C-B12A92D23BC2}"/>
                </a:ext>
              </a:extLst>
            </p:cNvPr>
            <p:cNvSpPr txBox="1"/>
            <p:nvPr/>
          </p:nvSpPr>
          <p:spPr>
            <a:xfrm>
              <a:off x="2973651" y="5180437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nszx1</a:t>
              </a:r>
            </a:p>
          </p:txBody>
        </p:sp>
      </p:grpSp>
      <p:sp>
        <p:nvSpPr>
          <p:cNvPr id="39" name="文本框 38">
            <a:hlinkClick r:id="rId36"/>
            <a:extLst>
              <a:ext uri="{FF2B5EF4-FFF2-40B4-BE49-F238E27FC236}">
                <a16:creationId xmlns:a16="http://schemas.microsoft.com/office/drawing/2014/main" id="{36872E92-22B9-6A3E-74BA-82DAB5A0856B}"/>
              </a:ext>
            </a:extLst>
          </p:cNvPr>
          <p:cNvSpPr txBox="1"/>
          <p:nvPr/>
        </p:nvSpPr>
        <p:spPr>
          <a:xfrm>
            <a:off x="9225159" y="2048637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cd3</a:t>
            </a:r>
          </a:p>
        </p:txBody>
      </p:sp>
      <p:sp>
        <p:nvSpPr>
          <p:cNvPr id="42" name="文本框 41">
            <a:hlinkClick r:id="rId37"/>
            <a:extLst>
              <a:ext uri="{FF2B5EF4-FFF2-40B4-BE49-F238E27FC236}">
                <a16:creationId xmlns:a16="http://schemas.microsoft.com/office/drawing/2014/main" id="{39D343D8-D205-2203-8434-DFF258EF9215}"/>
              </a:ext>
            </a:extLst>
          </p:cNvPr>
          <p:cNvSpPr txBox="1"/>
          <p:nvPr/>
        </p:nvSpPr>
        <p:spPr>
          <a:xfrm>
            <a:off x="9225159" y="2679119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660CAF9-33C8-5C82-08F9-18747242D2D6}"/>
              </a:ext>
            </a:extLst>
          </p:cNvPr>
          <p:cNvGrpSpPr/>
          <p:nvPr/>
        </p:nvGrpSpPr>
        <p:grpSpPr>
          <a:xfrm>
            <a:off x="1312565" y="1292178"/>
            <a:ext cx="914689" cy="4756861"/>
            <a:chOff x="1312565" y="1417123"/>
            <a:chExt cx="1010574" cy="4756861"/>
          </a:xfrm>
        </p:grpSpPr>
        <p:sp>
          <p:nvSpPr>
            <p:cNvPr id="5" name="文本框 4">
              <a:hlinkClick r:id="rId3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4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5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6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7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8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9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10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1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2D9F3442-2F84-BC96-EB51-67D2E9C40C9E}"/>
              </a:ext>
            </a:extLst>
          </p:cNvPr>
          <p:cNvGrpSpPr/>
          <p:nvPr/>
        </p:nvGrpSpPr>
        <p:grpSpPr>
          <a:xfrm>
            <a:off x="3337131" y="1292178"/>
            <a:ext cx="795655" cy="3488469"/>
            <a:chOff x="3337131" y="1402556"/>
            <a:chExt cx="795655" cy="3488469"/>
          </a:xfrm>
        </p:grpSpPr>
        <p:sp>
          <p:nvSpPr>
            <p:cNvPr id="2" name="文本框 1">
              <a:hlinkClick r:id="rId12"/>
            </p:cNvPr>
            <p:cNvSpPr txBox="1"/>
            <p:nvPr/>
          </p:nvSpPr>
          <p:spPr>
            <a:xfrm>
              <a:off x="3337131" y="1402556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13"/>
            </p:cNvPr>
            <p:cNvSpPr txBox="1"/>
            <p:nvPr/>
          </p:nvSpPr>
          <p:spPr>
            <a:xfrm>
              <a:off x="3337131" y="20885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xc2</a:t>
              </a:r>
            </a:p>
          </p:txBody>
        </p:sp>
        <p:sp>
          <p:nvSpPr>
            <p:cNvPr id="14" name="文本框 13">
              <a:hlinkClick r:id="rId14"/>
            </p:cNvPr>
            <p:cNvSpPr txBox="1"/>
            <p:nvPr/>
          </p:nvSpPr>
          <p:spPr>
            <a:xfrm>
              <a:off x="3337131" y="277447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bs1</a:t>
              </a:r>
            </a:p>
          </p:txBody>
        </p:sp>
        <p:sp>
          <p:nvSpPr>
            <p:cNvPr id="15" name="文本框 14">
              <a:hlinkClick r:id="rId15"/>
            </p:cNvPr>
            <p:cNvSpPr txBox="1"/>
            <p:nvPr/>
          </p:nvSpPr>
          <p:spPr>
            <a:xfrm>
              <a:off x="3337131" y="346043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bs2</a:t>
              </a:r>
            </a:p>
          </p:txBody>
        </p:sp>
        <p:sp>
          <p:nvSpPr>
            <p:cNvPr id="16" name="文本框 15">
              <a:hlinkClick r:id="rId16"/>
            </p:cNvPr>
            <p:cNvSpPr txBox="1"/>
            <p:nvPr/>
          </p:nvSpPr>
          <p:spPr>
            <a:xfrm>
              <a:off x="3337131" y="414639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</a:t>
              </a:r>
            </a:p>
          </p:txBody>
        </p:sp>
        <p:sp>
          <p:nvSpPr>
            <p:cNvPr id="28" name="文本框 27">
              <a:hlinkClick r:id="rId17"/>
            </p:cNvPr>
            <p:cNvSpPr txBox="1"/>
            <p:nvPr/>
          </p:nvSpPr>
          <p:spPr>
            <a:xfrm>
              <a:off x="3337131" y="452272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</p:grpSp>
      <p:sp>
        <p:nvSpPr>
          <p:cNvPr id="31" name="文本框 30">
            <a:hlinkClick r:id="rId18"/>
          </p:cNvPr>
          <p:cNvSpPr txBox="1"/>
          <p:nvPr/>
        </p:nvSpPr>
        <p:spPr>
          <a:xfrm>
            <a:off x="9022925" y="1476328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072C0F9-F97B-2E18-3842-76EF65DBF863}"/>
              </a:ext>
            </a:extLst>
          </p:cNvPr>
          <p:cNvGrpSpPr/>
          <p:nvPr/>
        </p:nvGrpSpPr>
        <p:grpSpPr>
          <a:xfrm>
            <a:off x="7148195" y="1292178"/>
            <a:ext cx="700405" cy="4637418"/>
            <a:chOff x="7148195" y="1292178"/>
            <a:chExt cx="700405" cy="4637418"/>
          </a:xfrm>
        </p:grpSpPr>
        <p:sp>
          <p:nvSpPr>
            <p:cNvPr id="18" name="文本框 17">
              <a:hlinkClick r:id="rId19"/>
            </p:cNvPr>
            <p:cNvSpPr txBox="1"/>
            <p:nvPr/>
          </p:nvSpPr>
          <p:spPr>
            <a:xfrm>
              <a:off x="7148195" y="129217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20"/>
            </p:cNvPr>
            <p:cNvSpPr txBox="1"/>
            <p:nvPr/>
          </p:nvSpPr>
          <p:spPr>
            <a:xfrm>
              <a:off x="7148195" y="214579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hy4</a:t>
              </a:r>
            </a:p>
          </p:txBody>
        </p:sp>
        <p:sp>
          <p:nvSpPr>
            <p:cNvPr id="27" name="文本框 26">
              <a:hlinkClick r:id="rId21"/>
            </p:cNvPr>
            <p:cNvSpPr txBox="1"/>
            <p:nvPr/>
          </p:nvSpPr>
          <p:spPr>
            <a:xfrm>
              <a:off x="7148195" y="299941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9" name="文本框 28">
              <a:hlinkClick r:id="rId22"/>
            </p:cNvPr>
            <p:cNvSpPr txBox="1"/>
            <p:nvPr/>
          </p:nvSpPr>
          <p:spPr>
            <a:xfrm>
              <a:off x="7148195" y="385302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2" name="文本框 31">
              <a:hlinkClick r:id="rId23"/>
            </p:cNvPr>
            <p:cNvSpPr txBox="1"/>
            <p:nvPr/>
          </p:nvSpPr>
          <p:spPr>
            <a:xfrm>
              <a:off x="7148195" y="4706646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24"/>
            </p:cNvPr>
            <p:cNvSpPr txBox="1"/>
            <p:nvPr/>
          </p:nvSpPr>
          <p:spPr>
            <a:xfrm>
              <a:off x="7148195" y="5560264"/>
              <a:ext cx="6260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</p:grpSp>
      <p:sp>
        <p:nvSpPr>
          <p:cNvPr id="36" name="文本框 35">
            <a:hlinkClick r:id="rId25"/>
            <a:extLst>
              <a:ext uri="{FF2B5EF4-FFF2-40B4-BE49-F238E27FC236}">
                <a16:creationId xmlns:a16="http://schemas.microsoft.com/office/drawing/2014/main" id="{421EB2B6-4236-0C13-A9AF-2FB363E4AE39}"/>
              </a:ext>
            </a:extLst>
          </p:cNvPr>
          <p:cNvSpPr txBox="1"/>
          <p:nvPr/>
        </p:nvSpPr>
        <p:spPr>
          <a:xfrm>
            <a:off x="9022925" y="2614484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cd3</a:t>
            </a:r>
          </a:p>
        </p:txBody>
      </p:sp>
      <p:sp>
        <p:nvSpPr>
          <p:cNvPr id="37" name="文本框 36">
            <a:hlinkClick r:id="rId26"/>
            <a:extLst>
              <a:ext uri="{FF2B5EF4-FFF2-40B4-BE49-F238E27FC236}">
                <a16:creationId xmlns:a16="http://schemas.microsoft.com/office/drawing/2014/main" id="{D4FA9C25-810F-927B-DFE2-9851769C3C34}"/>
              </a:ext>
            </a:extLst>
          </p:cNvPr>
          <p:cNvSpPr txBox="1"/>
          <p:nvPr/>
        </p:nvSpPr>
        <p:spPr>
          <a:xfrm>
            <a:off x="9022925" y="2045406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cd2</a:t>
            </a:r>
          </a:p>
        </p:txBody>
      </p: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6C0FD3F-C33C-CFD8-0181-C698036832C6}"/>
              </a:ext>
            </a:extLst>
          </p:cNvPr>
          <p:cNvGrpSpPr/>
          <p:nvPr/>
        </p:nvGrpSpPr>
        <p:grpSpPr>
          <a:xfrm>
            <a:off x="5242663" y="1292178"/>
            <a:ext cx="795655" cy="4672834"/>
            <a:chOff x="5242663" y="1417955"/>
            <a:chExt cx="795655" cy="4672834"/>
          </a:xfrm>
        </p:grpSpPr>
        <p:sp>
          <p:nvSpPr>
            <p:cNvPr id="19" name="文本框 18">
              <a:hlinkClick r:id="rId27"/>
            </p:cNvPr>
            <p:cNvSpPr txBox="1"/>
            <p:nvPr/>
          </p:nvSpPr>
          <p:spPr>
            <a:xfrm>
              <a:off x="5242663" y="203288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8"/>
            </p:cNvPr>
            <p:cNvSpPr txBox="1"/>
            <p:nvPr/>
          </p:nvSpPr>
          <p:spPr>
            <a:xfrm>
              <a:off x="5242663" y="141795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9"/>
            </p:cNvPr>
            <p:cNvSpPr txBox="1"/>
            <p:nvPr/>
          </p:nvSpPr>
          <p:spPr>
            <a:xfrm>
              <a:off x="5242663" y="264782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sr</a:t>
              </a:r>
              <a:endParaRPr lang="en-US" altLang="zh-CN" dirty="0"/>
            </a:p>
          </p:txBody>
        </p:sp>
        <p:sp>
          <p:nvSpPr>
            <p:cNvPr id="21" name="文本框 20">
              <a:hlinkClick r:id="rId30"/>
            </p:cNvPr>
            <p:cNvSpPr txBox="1"/>
            <p:nvPr/>
          </p:nvSpPr>
          <p:spPr>
            <a:xfrm>
              <a:off x="5242663" y="326275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sr1</a:t>
              </a:r>
            </a:p>
          </p:txBody>
        </p:sp>
        <p:sp>
          <p:nvSpPr>
            <p:cNvPr id="22" name="文本框 21">
              <a:hlinkClick r:id="rId31"/>
            </p:cNvPr>
            <p:cNvSpPr txBox="1"/>
            <p:nvPr/>
          </p:nvSpPr>
          <p:spPr>
            <a:xfrm>
              <a:off x="5242663" y="387768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32"/>
            </p:cNvPr>
            <p:cNvSpPr txBox="1"/>
            <p:nvPr/>
          </p:nvSpPr>
          <p:spPr>
            <a:xfrm>
              <a:off x="5242663" y="4492620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33"/>
            </p:cNvPr>
            <p:cNvSpPr txBox="1"/>
            <p:nvPr/>
          </p:nvSpPr>
          <p:spPr>
            <a:xfrm>
              <a:off x="5242663" y="51075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sr4</a:t>
              </a:r>
            </a:p>
          </p:txBody>
        </p:sp>
        <p:sp>
          <p:nvSpPr>
            <p:cNvPr id="30" name="文本框 29">
              <a:hlinkClick r:id="rId34"/>
              <a:extLst>
                <a:ext uri="{FF2B5EF4-FFF2-40B4-BE49-F238E27FC236}">
                  <a16:creationId xmlns:a16="http://schemas.microsoft.com/office/drawing/2014/main" id="{BB6445F0-A17D-212A-4630-C39597E3C157}"/>
                </a:ext>
              </a:extLst>
            </p:cNvPr>
            <p:cNvSpPr txBox="1"/>
            <p:nvPr/>
          </p:nvSpPr>
          <p:spPr>
            <a:xfrm>
              <a:off x="5242663" y="572248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  <p:sp>
        <p:nvSpPr>
          <p:cNvPr id="42" name="文本框 41">
            <a:hlinkClick r:id="rId35"/>
            <a:extLst>
              <a:ext uri="{FF2B5EF4-FFF2-40B4-BE49-F238E27FC236}">
                <a16:creationId xmlns:a16="http://schemas.microsoft.com/office/drawing/2014/main" id="{6EFDE8B6-B849-FAFE-FB00-639AD28E2D1B}"/>
              </a:ext>
            </a:extLst>
          </p:cNvPr>
          <p:cNvSpPr txBox="1"/>
          <p:nvPr/>
        </p:nvSpPr>
        <p:spPr>
          <a:xfrm>
            <a:off x="9022925" y="3183562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</TotalTime>
  <Words>225</Words>
  <Application>Microsoft Office PowerPoint</Application>
  <PresentationFormat>宽屏</PresentationFormat>
  <Paragraphs>140</Paragraphs>
  <Slides>10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黑体</vt:lpstr>
      <vt:lpstr>Arial</vt:lpstr>
      <vt:lpstr>company intro</vt:lpstr>
      <vt:lpstr>Bukehi的小窝</vt:lpstr>
      <vt:lpstr>首页</vt:lpstr>
      <vt:lpstr>交流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142</cp:revision>
  <dcterms:created xsi:type="dcterms:W3CDTF">2024-03-01T10:25:00Z</dcterms:created>
  <dcterms:modified xsi:type="dcterms:W3CDTF">2024-03-25T14:24:41Z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