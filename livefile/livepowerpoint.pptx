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7" autoAdjust="0"/>
    <p:restoredTop sz="86435" autoAdjust="0"/>
  </p:normalViewPr>
  <p:slideViewPr>
    <p:cSldViewPr snapToGrid="0">
      <p:cViewPr varScale="1">
        <p:scale>
          <a:sx n="98" d="100"/>
          <a:sy n="98" d="100"/>
        </p:scale>
        <p:origin x="540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2024/3/21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resou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如果在使用过程中遇到问题，可以通过</a:t>
            </a:r>
            <a:r>
              <a:rPr lang="en-US" altLang="zh-CN" dirty="0"/>
              <a:t>GitHub</a:t>
            </a:r>
            <a:r>
              <a:rPr lang="zh-CN" altLang="en-US" dirty="0"/>
              <a:t>联系我，如果有资源更新需求，请在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3337130" y="1431632"/>
            <a:ext cx="4511469" cy="4637418"/>
            <a:chOff x="3337130" y="1431632"/>
            <a:chExt cx="4511469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3337130" y="466217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210</Words>
  <Application>Microsoft Office PowerPoint</Application>
  <PresentationFormat>宽屏</PresentationFormat>
  <Paragraphs>130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129</cp:revision>
  <dcterms:created xsi:type="dcterms:W3CDTF">2024-03-01T10:25:00Z</dcterms:created>
  <dcterms:modified xsi:type="dcterms:W3CDTF">2024-03-21T14:34:41Z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