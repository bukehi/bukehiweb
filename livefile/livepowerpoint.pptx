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60" r:id="rId2"/>
    <p:sldId id="268" r:id="rId3"/>
    <p:sldId id="270" r:id="rId4"/>
    <p:sldId id="259" r:id="rId5"/>
    <p:sldId id="263" r:id="rId6"/>
    <p:sldId id="256" r:id="rId7"/>
    <p:sldId id="269" r:id="rId8"/>
    <p:sldId id="258" r:id="rId9"/>
    <p:sldId id="262" r:id="rId10"/>
    <p:sldId id="257" r:id="rId11"/>
  </p:sldIdLst>
  <p:sldSz cx="12192000" cy="6858000"/>
  <p:notesSz cx="6858000" cy="9144000"/>
  <p:custDataLst>
    <p:tags r:id="rId1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4227" autoAdjust="0"/>
    <p:restoredTop sz="86435" autoAdjust="0"/>
  </p:normalViewPr>
  <p:slideViewPr>
    <p:cSldViewPr snapToGrid="0">
      <p:cViewPr varScale="1">
        <p:scale>
          <a:sx n="24" d="100"/>
          <a:sy n="24" d="100"/>
        </p:scale>
        <p:origin x="234" y="3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gs" Target="tags/tag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A2333F-9A84-48D5-897E-B51363C09104}" type="datetimeFigureOut">
              <a:rPr lang="zh-CN" altLang="en-US" smtClean="0"/>
              <a:t>2024/3/23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F15249-D9FD-41E0-944D-0CA14892572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F15249-D9FD-41E0-944D-0CA148925727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71449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F15249-D9FD-41E0-944D-0CA148925727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5" Type="http://schemas.openxmlformats.org/officeDocument/2006/relationships/image" Target="../media/image1.jpeg"/><Relationship Id="rId4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1.xml"/><Relationship Id="rId1" Type="http://schemas.openxmlformats.org/officeDocument/2006/relationships/tags" Target="../tags/tag10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4.xml"/><Relationship Id="rId1" Type="http://schemas.openxmlformats.org/officeDocument/2006/relationships/tags" Target="../tags/tag1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6.xml"/><Relationship Id="rId1" Type="http://schemas.openxmlformats.org/officeDocument/2006/relationships/tags" Target="../tags/tag15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8.xml"/><Relationship Id="rId1" Type="http://schemas.openxmlformats.org/officeDocument/2006/relationships/tags" Target="../tags/tag17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0.xml"/><Relationship Id="rId1" Type="http://schemas.openxmlformats.org/officeDocument/2006/relationships/tags" Target="../tags/tag19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2.xml"/><Relationship Id="rId1" Type="http://schemas.openxmlformats.org/officeDocument/2006/relationships/tags" Target="../tags/tag2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3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>
            <p:custDataLst>
              <p:tags r:id="rId1"/>
            </p:custDataLst>
          </p:nvPr>
        </p:nvCxnSpPr>
        <p:spPr>
          <a:xfrm>
            <a:off x="2032000" y="4314825"/>
            <a:ext cx="221456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组合 19"/>
          <p:cNvGrpSpPr/>
          <p:nvPr/>
        </p:nvGrpSpPr>
        <p:grpSpPr bwMode="auto">
          <a:xfrm>
            <a:off x="6269038" y="-6350"/>
            <a:ext cx="5919787" cy="6873875"/>
            <a:chOff x="9885" y="-9"/>
            <a:chExt cx="9322" cy="10859"/>
          </a:xfrm>
        </p:grpSpPr>
        <p:pic>
          <p:nvPicPr>
            <p:cNvPr id="8" name="图片 13" descr="C:\Users\admin\Desktop\2图示图\image1 (4).jpegimage1 (4)"/>
            <p:cNvPicPr>
              <a:picLocks noChangeAspect="1" noChangeArrowheads="1"/>
            </p:cNvPicPr>
            <p:nvPr>
              <p:custDataLst>
                <p:tags r:id="rId2"/>
              </p:custDataLst>
            </p:nvPr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0968"/>
            <a:stretch>
              <a:fillRect/>
            </a:stretch>
          </p:blipFill>
          <p:spPr bwMode="auto">
            <a:xfrm>
              <a:off x="9885" y="-9"/>
              <a:ext cx="9322" cy="108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矩形 8"/>
            <p:cNvSpPr/>
            <p:nvPr>
              <p:custDataLst>
                <p:tags r:id="rId3"/>
              </p:custDataLst>
            </p:nvPr>
          </p:nvSpPr>
          <p:spPr>
            <a:xfrm>
              <a:off x="9885" y="-9"/>
              <a:ext cx="9315" cy="10859"/>
            </a:xfrm>
            <a:prstGeom prst="rect">
              <a:avLst/>
            </a:prstGeom>
            <a:solidFill>
              <a:schemeClr val="accent1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buFontTx/>
                <a:buNone/>
                <a:defRPr/>
              </a:pPr>
              <a:endParaRPr lang="zh-CN" altLang="en-US" noProof="1"/>
            </a:p>
          </p:txBody>
        </p:sp>
      </p:grpSp>
      <p:sp>
        <p:nvSpPr>
          <p:cNvPr id="4" name="标题 3"/>
          <p:cNvSpPr>
            <a:spLocks noGrp="1"/>
          </p:cNvSpPr>
          <p:nvPr>
            <p:ph type="ctrTitle"/>
          </p:nvPr>
        </p:nvSpPr>
        <p:spPr>
          <a:xfrm>
            <a:off x="1213908" y="3769360"/>
            <a:ext cx="3903134" cy="341632"/>
          </a:xfrm>
        </p:spPr>
        <p:txBody>
          <a:bodyPr anchor="b">
            <a:noAutofit/>
          </a:bodyPr>
          <a:lstStyle>
            <a:lvl1pPr algn="ctr">
              <a:defRPr sz="3600" b="1">
                <a:solidFill>
                  <a:schemeClr val="accent3"/>
                </a:solidFill>
                <a:latin typeface="黑体" panose="02010609060101010101" charset="-122"/>
                <a:ea typeface="黑体" panose="02010609060101010101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>
          <a:xfrm>
            <a:off x="1869440" y="4519173"/>
            <a:ext cx="2540000" cy="313932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accent3"/>
                </a:solidFill>
                <a:latin typeface="黑体" panose="02010609060101010101" charset="-122"/>
                <a:ea typeface="黑体" panose="02010609060101010101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7D9A98-2B42-4142-BB4A-011734DDEA85}" type="datetimeFigureOut">
              <a:rPr lang="zh-CN" altLang="en-US"/>
              <a:t>2024/3/23</a:t>
            </a:fld>
            <a:endParaRPr lang="zh-CN" altLang="en-US"/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2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45CD9-59AE-47D5-A754-1A2E716032DF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6"/>
          <p:cNvCxnSpPr/>
          <p:nvPr>
            <p:custDataLst>
              <p:tags r:id="rId1"/>
            </p:custDataLst>
          </p:nvPr>
        </p:nvCxnSpPr>
        <p:spPr>
          <a:xfrm>
            <a:off x="411163" y="822325"/>
            <a:ext cx="615950" cy="0"/>
          </a:xfrm>
          <a:prstGeom prst="line">
            <a:avLst/>
          </a:prstGeom>
          <a:ln w="571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>
            <p:custDataLst>
              <p:tags r:id="rId2"/>
            </p:custDataLst>
          </p:nvPr>
        </p:nvSpPr>
        <p:spPr>
          <a:xfrm rot="5400000" flipV="1">
            <a:off x="11202988" y="498475"/>
            <a:ext cx="1487488" cy="49053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85800" fontAlgn="auto">
              <a:buFontTx/>
              <a:buNone/>
              <a:defRPr/>
            </a:pPr>
            <a:endParaRPr lang="zh-CN" altLang="en-US" noProof="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43422" y="609177"/>
            <a:ext cx="9965267" cy="550333"/>
          </a:xfrm>
        </p:spPr>
        <p:txBody>
          <a:bodyPr>
            <a:normAutofit/>
          </a:bodyPr>
          <a:lstStyle>
            <a:lvl1pPr>
              <a:defRPr sz="3200" b="1" i="0" baseline="0">
                <a:solidFill>
                  <a:schemeClr val="tx2">
                    <a:lumMod val="75000"/>
                  </a:schemeClr>
                </a:solidFill>
                <a:ea typeface="黑体" panose="02010609060101010101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6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487EE23-058C-4F57-8869-2B6561E3103C}" type="datetimeFigureOut">
              <a:rPr lang="zh-CN" altLang="en-US" smtClean="0"/>
              <a:t>2024/3/23</a:t>
            </a:fld>
            <a:endParaRPr lang="zh-CN" altLang="en-US"/>
          </a:p>
        </p:txBody>
      </p:sp>
      <p:sp>
        <p:nvSpPr>
          <p:cNvPr id="7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6B3900E-04DA-4596-A4FA-99F91008FD5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无背景的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/>
          <p:cNvCxnSpPr/>
          <p:nvPr>
            <p:custDataLst>
              <p:tags r:id="rId1"/>
            </p:custDataLst>
          </p:nvPr>
        </p:nvCxnSpPr>
        <p:spPr>
          <a:xfrm>
            <a:off x="2032000" y="4314825"/>
            <a:ext cx="221456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09133" y="3683000"/>
            <a:ext cx="3903134" cy="341632"/>
          </a:xfrm>
        </p:spPr>
        <p:txBody>
          <a:bodyPr anchor="b">
            <a:noAutofit/>
          </a:bodyPr>
          <a:lstStyle>
            <a:lvl1pPr algn="ctr">
              <a:defRPr sz="360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701800" y="4448053"/>
            <a:ext cx="2540000" cy="313932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rgbClr val="44546A"/>
                </a:solidFill>
                <a:latin typeface="黑体" panose="02010609060101010101" charset="-122"/>
                <a:ea typeface="黑体" panose="02010609060101010101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DED714-68C8-44B6-9732-DDF7DD97772E}" type="datetime1">
              <a:rPr lang="zh-CN" altLang="en-US"/>
              <a:t>2024/3/23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F7581E-C9C7-4035-8AC9-880348F0A73A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图片与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>
            <p:custDataLst>
              <p:tags r:id="rId1"/>
            </p:custDataLst>
          </p:nvPr>
        </p:nvSpPr>
        <p:spPr>
          <a:xfrm rot="5400000" flipV="1">
            <a:off x="11202988" y="498475"/>
            <a:ext cx="1487488" cy="49053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85800" fontAlgn="auto">
              <a:buFontTx/>
              <a:buNone/>
              <a:defRPr/>
            </a:pPr>
            <a:endParaRPr lang="zh-CN" altLang="en-US" noProof="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cxnSp>
        <p:nvCxnSpPr>
          <p:cNvPr id="6" name="直接连接符 8"/>
          <p:cNvCxnSpPr/>
          <p:nvPr>
            <p:custDataLst>
              <p:tags r:id="rId2"/>
            </p:custDataLst>
          </p:nvPr>
        </p:nvCxnSpPr>
        <p:spPr>
          <a:xfrm>
            <a:off x="4760913" y="784225"/>
            <a:ext cx="615950" cy="0"/>
          </a:xfrm>
          <a:prstGeom prst="line">
            <a:avLst/>
          </a:prstGeom>
          <a:ln w="571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-13198" y="0"/>
            <a:ext cx="4440819" cy="6858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544998" y="1583965"/>
            <a:ext cx="5808802" cy="4446253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9" name="标题 1"/>
          <p:cNvSpPr>
            <a:spLocks noGrp="1"/>
          </p:cNvSpPr>
          <p:nvPr>
            <p:ph type="title"/>
          </p:nvPr>
        </p:nvSpPr>
        <p:spPr>
          <a:xfrm>
            <a:off x="5544998" y="516816"/>
            <a:ext cx="9965267" cy="550333"/>
          </a:xfrm>
        </p:spPr>
        <p:txBody>
          <a:bodyPr>
            <a:normAutofit/>
          </a:bodyPr>
          <a:lstStyle>
            <a:lvl1pPr>
              <a:defRPr sz="3200" b="1" i="0" baseline="0">
                <a:solidFill>
                  <a:schemeClr val="tx2">
                    <a:lumMod val="75000"/>
                  </a:schemeClr>
                </a:solidFill>
                <a:ea typeface="黑体" panose="02010609060101010101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7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A77D59-FE09-433D-B821-9B2BE50A514A}" type="datetime1">
              <a:rPr lang="zh-CN" altLang="en-US"/>
              <a:t>2024/3/23</a:t>
            </a:fld>
            <a:endParaRPr lang="zh-CN" altLang="en-US"/>
          </a:p>
        </p:txBody>
      </p:sp>
      <p:sp>
        <p:nvSpPr>
          <p:cNvPr id="8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0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35D1BA-5F6C-412A-BF1F-3AA78F4051CC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6"/>
          <p:cNvCxnSpPr/>
          <p:nvPr/>
        </p:nvCxnSpPr>
        <p:spPr>
          <a:xfrm flipH="1">
            <a:off x="4110038" y="3198813"/>
            <a:ext cx="8081962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097111" y="2382361"/>
            <a:ext cx="7904390" cy="701731"/>
          </a:xfrm>
        </p:spPr>
        <p:txBody>
          <a:bodyPr anchor="b">
            <a:normAutofit/>
          </a:bodyPr>
          <a:lstStyle>
            <a:lvl1pPr>
              <a:defRPr sz="4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097110" y="3315284"/>
            <a:ext cx="7904390" cy="286232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1AF4AC-5AFC-4379-B912-FCE9AB7477D3}" type="datetime1">
              <a:rPr lang="zh-CN" altLang="en-US"/>
              <a:t>2024/3/23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CB94C3-E8AB-48D9-9ACF-D6A872E379B6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横排四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直接连接符 6"/>
          <p:cNvCxnSpPr/>
          <p:nvPr>
            <p:custDataLst>
              <p:tags r:id="rId1"/>
            </p:custDataLst>
          </p:nvPr>
        </p:nvCxnSpPr>
        <p:spPr>
          <a:xfrm>
            <a:off x="411163" y="822325"/>
            <a:ext cx="615950" cy="0"/>
          </a:xfrm>
          <a:prstGeom prst="line">
            <a:avLst/>
          </a:prstGeom>
          <a:ln w="571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5"/>
          <p:cNvSpPr/>
          <p:nvPr>
            <p:custDataLst>
              <p:tags r:id="rId2"/>
            </p:custDataLst>
          </p:nvPr>
        </p:nvSpPr>
        <p:spPr>
          <a:xfrm rot="5400000" flipV="1">
            <a:off x="11202988" y="498475"/>
            <a:ext cx="1487488" cy="49053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85800" fontAlgn="auto">
              <a:buFontTx/>
              <a:buNone/>
              <a:defRPr/>
            </a:pPr>
            <a:endParaRPr lang="zh-CN" altLang="en-US" noProof="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43422" y="609177"/>
            <a:ext cx="9965267" cy="550333"/>
          </a:xfrm>
        </p:spPr>
        <p:txBody>
          <a:bodyPr>
            <a:normAutofit/>
          </a:bodyPr>
          <a:lstStyle>
            <a:lvl1pPr>
              <a:defRPr sz="3200" b="1" i="0" baseline="0">
                <a:solidFill>
                  <a:schemeClr val="tx2">
                    <a:lumMod val="75000"/>
                  </a:schemeClr>
                </a:solidFill>
                <a:ea typeface="黑体" panose="02010609060101010101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3"/>
          </p:nvPr>
        </p:nvSpPr>
        <p:spPr>
          <a:xfrm>
            <a:off x="1896533" y="1346200"/>
            <a:ext cx="8466667" cy="474133"/>
          </a:xfrm>
        </p:spPr>
        <p:txBody>
          <a:bodyPr>
            <a:normAutofit/>
          </a:bodyPr>
          <a:lstStyle>
            <a:lvl1pPr marL="0" indent="0">
              <a:buNone/>
              <a:defRPr sz="14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endParaRPr lang="zh-CN" altLang="en-US" noProof="1"/>
          </a:p>
        </p:txBody>
      </p:sp>
      <p:sp>
        <p:nvSpPr>
          <p:cNvPr id="14" name="图片占位符 13"/>
          <p:cNvSpPr>
            <a:spLocks noGrp="1"/>
          </p:cNvSpPr>
          <p:nvPr>
            <p:ph type="pic" sz="quarter" idx="14"/>
          </p:nvPr>
        </p:nvSpPr>
        <p:spPr>
          <a:xfrm>
            <a:off x="1811867" y="2156617"/>
            <a:ext cx="1769533" cy="1634068"/>
          </a:xfrm>
        </p:spPr>
        <p:txBody>
          <a:bodyPr/>
          <a:lstStyle/>
          <a:p>
            <a:pPr lvl="0"/>
            <a:endParaRPr lang="zh-CN" altLang="en-US" noProof="1"/>
          </a:p>
        </p:txBody>
      </p:sp>
      <p:sp>
        <p:nvSpPr>
          <p:cNvPr id="16" name="文本占位符 15"/>
          <p:cNvSpPr>
            <a:spLocks noGrp="1"/>
          </p:cNvSpPr>
          <p:nvPr>
            <p:ph type="body" sz="quarter" idx="15"/>
          </p:nvPr>
        </p:nvSpPr>
        <p:spPr>
          <a:xfrm>
            <a:off x="1811867" y="3934618"/>
            <a:ext cx="1769533" cy="449263"/>
          </a:xfrm>
        </p:spPr>
        <p:txBody>
          <a:bodyPr>
            <a:normAutofit/>
          </a:bodyPr>
          <a:lstStyle>
            <a:lvl1pPr marL="0" indent="0" algn="ctr">
              <a:buNone/>
              <a:defRPr sz="2000" b="1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19" name="文本占位符 18"/>
          <p:cNvSpPr>
            <a:spLocks noGrp="1"/>
          </p:cNvSpPr>
          <p:nvPr>
            <p:ph type="body" sz="quarter" idx="16"/>
          </p:nvPr>
        </p:nvSpPr>
        <p:spPr>
          <a:xfrm>
            <a:off x="1811338" y="4561681"/>
            <a:ext cx="1770062" cy="1133475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20" name="图片占位符 13"/>
          <p:cNvSpPr>
            <a:spLocks noGrp="1"/>
          </p:cNvSpPr>
          <p:nvPr>
            <p:ph type="pic" sz="quarter" idx="17"/>
          </p:nvPr>
        </p:nvSpPr>
        <p:spPr>
          <a:xfrm>
            <a:off x="4097867" y="2156617"/>
            <a:ext cx="1769533" cy="1634068"/>
          </a:xfrm>
        </p:spPr>
        <p:txBody>
          <a:bodyPr/>
          <a:lstStyle/>
          <a:p>
            <a:pPr lvl="0"/>
            <a:endParaRPr lang="zh-CN" altLang="en-US" noProof="1"/>
          </a:p>
        </p:txBody>
      </p:sp>
      <p:sp>
        <p:nvSpPr>
          <p:cNvPr id="21" name="文本占位符 15"/>
          <p:cNvSpPr>
            <a:spLocks noGrp="1"/>
          </p:cNvSpPr>
          <p:nvPr>
            <p:ph type="body" sz="quarter" idx="18"/>
          </p:nvPr>
        </p:nvSpPr>
        <p:spPr>
          <a:xfrm>
            <a:off x="4097867" y="3934618"/>
            <a:ext cx="1769533" cy="449263"/>
          </a:xfrm>
        </p:spPr>
        <p:txBody>
          <a:bodyPr>
            <a:normAutofit/>
          </a:bodyPr>
          <a:lstStyle>
            <a:lvl1pPr marL="0" indent="0" algn="ctr">
              <a:buNone/>
              <a:defRPr sz="2000" b="1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22" name="文本占位符 18"/>
          <p:cNvSpPr>
            <a:spLocks noGrp="1"/>
          </p:cNvSpPr>
          <p:nvPr>
            <p:ph type="body" sz="quarter" idx="19"/>
          </p:nvPr>
        </p:nvSpPr>
        <p:spPr>
          <a:xfrm>
            <a:off x="4097338" y="4561681"/>
            <a:ext cx="1770062" cy="1133475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23" name="图片占位符 13"/>
          <p:cNvSpPr>
            <a:spLocks noGrp="1"/>
          </p:cNvSpPr>
          <p:nvPr>
            <p:ph type="pic" sz="quarter" idx="20"/>
          </p:nvPr>
        </p:nvSpPr>
        <p:spPr>
          <a:xfrm>
            <a:off x="6383867" y="2156617"/>
            <a:ext cx="1769533" cy="1634068"/>
          </a:xfrm>
        </p:spPr>
        <p:txBody>
          <a:bodyPr/>
          <a:lstStyle/>
          <a:p>
            <a:pPr lvl="0"/>
            <a:endParaRPr lang="zh-CN" altLang="en-US" noProof="1"/>
          </a:p>
        </p:txBody>
      </p:sp>
      <p:sp>
        <p:nvSpPr>
          <p:cNvPr id="24" name="文本占位符 15"/>
          <p:cNvSpPr>
            <a:spLocks noGrp="1"/>
          </p:cNvSpPr>
          <p:nvPr>
            <p:ph type="body" sz="quarter" idx="21"/>
          </p:nvPr>
        </p:nvSpPr>
        <p:spPr>
          <a:xfrm>
            <a:off x="6383867" y="3934618"/>
            <a:ext cx="1769533" cy="449263"/>
          </a:xfrm>
        </p:spPr>
        <p:txBody>
          <a:bodyPr>
            <a:normAutofit/>
          </a:bodyPr>
          <a:lstStyle>
            <a:lvl1pPr marL="0" indent="0" algn="ctr">
              <a:buNone/>
              <a:defRPr sz="2000" b="1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25" name="文本占位符 18"/>
          <p:cNvSpPr>
            <a:spLocks noGrp="1"/>
          </p:cNvSpPr>
          <p:nvPr>
            <p:ph type="body" sz="quarter" idx="22"/>
          </p:nvPr>
        </p:nvSpPr>
        <p:spPr>
          <a:xfrm>
            <a:off x="6383338" y="4561681"/>
            <a:ext cx="1770062" cy="1133475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26" name="图片占位符 13"/>
          <p:cNvSpPr>
            <a:spLocks noGrp="1"/>
          </p:cNvSpPr>
          <p:nvPr>
            <p:ph type="pic" sz="quarter" idx="23"/>
          </p:nvPr>
        </p:nvSpPr>
        <p:spPr>
          <a:xfrm>
            <a:off x="8669867" y="2156617"/>
            <a:ext cx="1769533" cy="1634068"/>
          </a:xfrm>
        </p:spPr>
        <p:txBody>
          <a:bodyPr/>
          <a:lstStyle/>
          <a:p>
            <a:pPr lvl="0"/>
            <a:endParaRPr lang="zh-CN" altLang="en-US" noProof="1"/>
          </a:p>
        </p:txBody>
      </p:sp>
      <p:sp>
        <p:nvSpPr>
          <p:cNvPr id="27" name="文本占位符 15"/>
          <p:cNvSpPr>
            <a:spLocks noGrp="1"/>
          </p:cNvSpPr>
          <p:nvPr>
            <p:ph type="body" sz="quarter" idx="24"/>
          </p:nvPr>
        </p:nvSpPr>
        <p:spPr>
          <a:xfrm>
            <a:off x="8669867" y="3934618"/>
            <a:ext cx="1769533" cy="449263"/>
          </a:xfrm>
        </p:spPr>
        <p:txBody>
          <a:bodyPr>
            <a:normAutofit/>
          </a:bodyPr>
          <a:lstStyle>
            <a:lvl1pPr marL="0" indent="0" algn="ctr">
              <a:buNone/>
              <a:defRPr sz="2000" b="1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28" name="文本占位符 18"/>
          <p:cNvSpPr>
            <a:spLocks noGrp="1"/>
          </p:cNvSpPr>
          <p:nvPr>
            <p:ph type="body" sz="quarter" idx="25"/>
          </p:nvPr>
        </p:nvSpPr>
        <p:spPr>
          <a:xfrm>
            <a:off x="8669338" y="4561681"/>
            <a:ext cx="1770062" cy="1133475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29" name="日期占位符 3"/>
          <p:cNvSpPr>
            <a:spLocks noGrp="1"/>
          </p:cNvSpPr>
          <p:nvPr>
            <p:ph type="dt" sz="half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392E56-C887-40A0-B45B-7A180C992FB2}" type="datetime1">
              <a:rPr lang="zh-CN" altLang="en-US"/>
              <a:t>2024/3/23</a:t>
            </a:fld>
            <a:endParaRPr lang="zh-CN" altLang="en-US"/>
          </a:p>
        </p:txBody>
      </p:sp>
      <p:sp>
        <p:nvSpPr>
          <p:cNvPr id="30" name="页脚占位符 4"/>
          <p:cNvSpPr>
            <a:spLocks noGrp="1"/>
          </p:cNvSpPr>
          <p:nvPr>
            <p:ph type="ftr" sz="quarter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1" name="灯片编号占位符 5"/>
          <p:cNvSpPr>
            <a:spLocks noGrp="1"/>
          </p:cNvSpPr>
          <p:nvPr>
            <p:ph type="sldNum" sz="quarter" idx="28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E29EFA-2022-416F-B6F5-A560FEBF9B29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文字与多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直接连接符 6"/>
          <p:cNvCxnSpPr/>
          <p:nvPr>
            <p:custDataLst>
              <p:tags r:id="rId1"/>
            </p:custDataLst>
          </p:nvPr>
        </p:nvCxnSpPr>
        <p:spPr>
          <a:xfrm>
            <a:off x="411163" y="822325"/>
            <a:ext cx="615950" cy="0"/>
          </a:xfrm>
          <a:prstGeom prst="line">
            <a:avLst/>
          </a:prstGeom>
          <a:ln w="571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/>
          <p:nvPr>
            <p:custDataLst>
              <p:tags r:id="rId2"/>
            </p:custDataLst>
          </p:nvPr>
        </p:nvSpPr>
        <p:spPr>
          <a:xfrm rot="5400000" flipV="1">
            <a:off x="11202988" y="498475"/>
            <a:ext cx="1487488" cy="49053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85800" fontAlgn="auto">
              <a:buFontTx/>
              <a:buNone/>
              <a:defRPr/>
            </a:pPr>
            <a:endParaRPr lang="zh-CN" altLang="en-US" noProof="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43422" y="609177"/>
            <a:ext cx="9965267" cy="550333"/>
          </a:xfrm>
        </p:spPr>
        <p:txBody>
          <a:bodyPr>
            <a:normAutofit/>
          </a:bodyPr>
          <a:lstStyle>
            <a:lvl1pPr>
              <a:defRPr sz="3200" b="1" i="0" baseline="0">
                <a:solidFill>
                  <a:schemeClr val="tx2">
                    <a:lumMod val="75000"/>
                  </a:schemeClr>
                </a:solidFill>
                <a:ea typeface="黑体" panose="02010609060101010101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17" name="文本占位符 16"/>
          <p:cNvSpPr>
            <a:spLocks noGrp="1"/>
          </p:cNvSpPr>
          <p:nvPr>
            <p:ph type="body" sz="quarter" idx="13"/>
          </p:nvPr>
        </p:nvSpPr>
        <p:spPr>
          <a:xfrm>
            <a:off x="838200" y="1524636"/>
            <a:ext cx="2954338" cy="4580890"/>
          </a:xfrm>
        </p:spPr>
        <p:txBody>
          <a:bodyPr/>
          <a:lstStyle>
            <a:lvl1pPr marL="0" indent="0">
              <a:buNone/>
              <a:defRPr sz="14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19" name="图片占位符 18"/>
          <p:cNvSpPr>
            <a:spLocks noGrp="1"/>
          </p:cNvSpPr>
          <p:nvPr>
            <p:ph type="pic" sz="quarter" idx="14"/>
          </p:nvPr>
        </p:nvSpPr>
        <p:spPr>
          <a:xfrm>
            <a:off x="4038600" y="1524000"/>
            <a:ext cx="4781550" cy="22415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zh-CN" altLang="en-US" noProof="0" dirty="0"/>
          </a:p>
        </p:txBody>
      </p:sp>
      <p:sp>
        <p:nvSpPr>
          <p:cNvPr id="21" name="图片占位符 20"/>
          <p:cNvSpPr>
            <a:spLocks noGrp="1"/>
          </p:cNvSpPr>
          <p:nvPr>
            <p:ph type="pic" sz="quarter" idx="15"/>
          </p:nvPr>
        </p:nvSpPr>
        <p:spPr>
          <a:xfrm>
            <a:off x="4039235" y="3851275"/>
            <a:ext cx="2273300" cy="22542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zh-CN" altLang="en-US" noProof="0" dirty="0"/>
          </a:p>
        </p:txBody>
      </p:sp>
      <p:sp>
        <p:nvSpPr>
          <p:cNvPr id="22" name="图片占位符 20"/>
          <p:cNvSpPr>
            <a:spLocks noGrp="1"/>
          </p:cNvSpPr>
          <p:nvPr>
            <p:ph type="pic" sz="quarter" idx="16"/>
          </p:nvPr>
        </p:nvSpPr>
        <p:spPr>
          <a:xfrm>
            <a:off x="6388735" y="3851275"/>
            <a:ext cx="2419350" cy="22542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zh-CN" altLang="en-US" noProof="0" dirty="0"/>
          </a:p>
        </p:txBody>
      </p:sp>
      <p:sp>
        <p:nvSpPr>
          <p:cNvPr id="23" name="图片占位符 20"/>
          <p:cNvSpPr>
            <a:spLocks noGrp="1"/>
          </p:cNvSpPr>
          <p:nvPr>
            <p:ph type="pic" sz="quarter" idx="17"/>
          </p:nvPr>
        </p:nvSpPr>
        <p:spPr>
          <a:xfrm>
            <a:off x="8884285" y="3851275"/>
            <a:ext cx="2171065" cy="22542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zh-CN" altLang="en-US" noProof="0" dirty="0"/>
          </a:p>
        </p:txBody>
      </p:sp>
      <p:sp>
        <p:nvSpPr>
          <p:cNvPr id="24" name="图片占位符 20"/>
          <p:cNvSpPr>
            <a:spLocks noGrp="1"/>
          </p:cNvSpPr>
          <p:nvPr>
            <p:ph type="pic" sz="quarter" idx="18"/>
          </p:nvPr>
        </p:nvSpPr>
        <p:spPr>
          <a:xfrm>
            <a:off x="8896667" y="1524000"/>
            <a:ext cx="2158683" cy="22542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zh-CN" altLang="en-US" noProof="0" dirty="0"/>
          </a:p>
        </p:txBody>
      </p:sp>
      <p:sp>
        <p:nvSpPr>
          <p:cNvPr id="11" name="日期占位符 3"/>
          <p:cNvSpPr>
            <a:spLocks noGrp="1"/>
          </p:cNvSpPr>
          <p:nvPr>
            <p:ph type="dt" sz="half" idx="19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4AAE4D-FD61-4E21-A39B-A3D833986EBE}" type="datetime1">
              <a:rPr lang="zh-CN" altLang="en-US"/>
              <a:t>2024/3/23</a:t>
            </a:fld>
            <a:endParaRPr lang="zh-CN" altLang="en-US"/>
          </a:p>
        </p:txBody>
      </p:sp>
      <p:sp>
        <p:nvSpPr>
          <p:cNvPr id="12" name="页脚占位符 4"/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3" name="灯片编号占位符 5"/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36BFEE-CE8A-47C7-A821-825E6C696B77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>
            <p:custDataLst>
              <p:tags r:id="rId1"/>
            </p:custDataLst>
          </p:nvPr>
        </p:nvSpPr>
        <p:spPr>
          <a:xfrm rot="5400000" flipV="1">
            <a:off x="11202988" y="498475"/>
            <a:ext cx="1487488" cy="49053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85800" fontAlgn="auto">
              <a:buFontTx/>
              <a:buNone/>
              <a:defRPr/>
            </a:pPr>
            <a:endParaRPr lang="zh-CN" altLang="en-US" noProof="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cxnSp>
        <p:nvCxnSpPr>
          <p:cNvPr id="6" name="直接连接符 8"/>
          <p:cNvCxnSpPr/>
          <p:nvPr>
            <p:custDataLst>
              <p:tags r:id="rId2"/>
            </p:custDataLst>
          </p:nvPr>
        </p:nvCxnSpPr>
        <p:spPr>
          <a:xfrm>
            <a:off x="411163" y="822325"/>
            <a:ext cx="615950" cy="0"/>
          </a:xfrm>
          <a:prstGeom prst="line">
            <a:avLst/>
          </a:prstGeom>
          <a:ln w="571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9" name="标题 1"/>
          <p:cNvSpPr>
            <a:spLocks noGrp="1"/>
          </p:cNvSpPr>
          <p:nvPr>
            <p:ph type="title"/>
          </p:nvPr>
        </p:nvSpPr>
        <p:spPr>
          <a:xfrm>
            <a:off x="1143422" y="609177"/>
            <a:ext cx="9965267" cy="550333"/>
          </a:xfrm>
        </p:spPr>
        <p:txBody>
          <a:bodyPr>
            <a:normAutofit/>
          </a:bodyPr>
          <a:lstStyle>
            <a:lvl1pPr>
              <a:defRPr sz="3200" b="1" i="0" baseline="0">
                <a:solidFill>
                  <a:schemeClr val="tx2">
                    <a:lumMod val="75000"/>
                  </a:schemeClr>
                </a:solidFill>
                <a:ea typeface="黑体" panose="02010609060101010101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7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487EE23-058C-4F57-8869-2B6561E3103C}" type="datetimeFigureOut">
              <a:rPr lang="zh-CN" altLang="en-US" smtClean="0"/>
              <a:t>2024/3/23</a:t>
            </a:fld>
            <a:endParaRPr lang="zh-CN" altLang="en-US"/>
          </a:p>
        </p:txBody>
      </p:sp>
      <p:sp>
        <p:nvSpPr>
          <p:cNvPr id="8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10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6B3900E-04DA-4596-A4FA-99F91008FD5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1"/>
            </p:custDataLst>
          </p:nvPr>
        </p:nvSpPr>
        <p:spPr>
          <a:xfrm rot="5400000" flipV="1">
            <a:off x="11202988" y="498475"/>
            <a:ext cx="1487488" cy="49053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85800" fontAlgn="auto">
              <a:buFontTx/>
              <a:buNone/>
              <a:defRPr/>
            </a:pPr>
            <a:endParaRPr lang="zh-CN" altLang="en-US" noProof="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cxnSp>
        <p:nvCxnSpPr>
          <p:cNvPr id="8" name="直接连接符 7"/>
          <p:cNvCxnSpPr/>
          <p:nvPr>
            <p:custDataLst>
              <p:tags r:id="rId2"/>
            </p:custDataLst>
          </p:nvPr>
        </p:nvCxnSpPr>
        <p:spPr>
          <a:xfrm>
            <a:off x="411163" y="822325"/>
            <a:ext cx="615950" cy="0"/>
          </a:xfrm>
          <a:prstGeom prst="line">
            <a:avLst/>
          </a:prstGeom>
          <a:ln w="571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11" name="标题 1"/>
          <p:cNvSpPr>
            <a:spLocks noGrp="1"/>
          </p:cNvSpPr>
          <p:nvPr>
            <p:ph type="title"/>
          </p:nvPr>
        </p:nvSpPr>
        <p:spPr>
          <a:xfrm>
            <a:off x="1143422" y="609177"/>
            <a:ext cx="9965267" cy="550333"/>
          </a:xfrm>
        </p:spPr>
        <p:txBody>
          <a:bodyPr>
            <a:normAutofit/>
          </a:bodyPr>
          <a:lstStyle>
            <a:lvl1pPr>
              <a:defRPr sz="3200" b="1" i="0" baseline="0">
                <a:solidFill>
                  <a:schemeClr val="tx2">
                    <a:lumMod val="75000"/>
                  </a:schemeClr>
                </a:solidFill>
                <a:ea typeface="黑体" panose="02010609060101010101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9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487EE23-058C-4F57-8869-2B6561E3103C}" type="datetimeFigureOut">
              <a:rPr lang="zh-CN" altLang="en-US" smtClean="0"/>
              <a:t>2024/3/23</a:t>
            </a:fld>
            <a:endParaRPr lang="zh-CN" altLang="en-US"/>
          </a:p>
        </p:txBody>
      </p:sp>
      <p:sp>
        <p:nvSpPr>
          <p:cNvPr id="10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12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6B3900E-04DA-4596-A4FA-99F91008FD5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01016" y="3567384"/>
            <a:ext cx="2620880" cy="590931"/>
          </a:xfrm>
        </p:spPr>
        <p:txBody>
          <a:bodyPr anchor="b">
            <a:spAutoFit/>
          </a:bodyPr>
          <a:lstStyle>
            <a:lvl1pPr algn="ctr">
              <a:defRPr sz="3600" b="1">
                <a:solidFill>
                  <a:schemeClr val="tx2"/>
                </a:solidFill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F3D532-36F8-4FDA-B03A-4B8348962AD1}" type="datetime1">
              <a:rPr lang="zh-CN" altLang="en-US"/>
              <a:t>2024/3/23</a:t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E36FBE-6B4B-43FF-96F5-6DA1400F83AD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487EE23-058C-4F57-8869-2B6561E3103C}" type="datetimeFigureOut">
              <a:rPr lang="zh-CN" altLang="en-US" smtClean="0"/>
              <a:t>2024/3/23</a:t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6B3900E-04DA-4596-A4FA-99F91008FD5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6"/>
          <p:cNvSpPr/>
          <p:nvPr>
            <p:custDataLst>
              <p:tags r:id="rId1"/>
            </p:custDataLst>
          </p:nvPr>
        </p:nvSpPr>
        <p:spPr>
          <a:xfrm rot="5400000" flipV="1">
            <a:off x="11202988" y="498475"/>
            <a:ext cx="1487488" cy="49053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85800" fontAlgn="auto">
              <a:buFontTx/>
              <a:buNone/>
              <a:defRPr/>
            </a:pPr>
            <a:endParaRPr lang="zh-CN" altLang="en-US" noProof="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200">
                <a:solidFill>
                  <a:srgbClr val="44546A"/>
                </a:solidFill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487EE23-058C-4F57-8869-2B6561E3103C}" type="datetimeFigureOut">
              <a:rPr lang="zh-CN" altLang="en-US" smtClean="0"/>
              <a:t>2024/3/23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6B3900E-04DA-4596-A4FA-99F91008FD5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>
            <p:custDataLst>
              <p:tags r:id="rId1"/>
            </p:custDataLst>
          </p:nvPr>
        </p:nvSpPr>
        <p:spPr>
          <a:xfrm rot="5400000" flipV="1">
            <a:off x="11202988" y="498475"/>
            <a:ext cx="1487488" cy="49053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85800" fontAlgn="auto">
              <a:buFontTx/>
              <a:buNone/>
              <a:defRPr/>
            </a:pPr>
            <a:endParaRPr lang="zh-CN" altLang="en-US" noProof="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93AA06-7DE4-4BE9-9894-758112E5DCC1}" type="datetime1">
              <a:rPr lang="zh-CN" altLang="en-US"/>
              <a:t>2024/3/23</a:t>
            </a:fld>
            <a:endParaRPr lang="zh-CN" alt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6733ED-AB14-4EA8-B41E-885EA6D3A83E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ags" Target="../tags/tag5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ags" Target="../tags/tag4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3.xml"/><Relationship Id="rId20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2.xml"/><Relationship Id="rId10" Type="http://schemas.openxmlformats.org/officeDocument/2006/relationships/slideLayout" Target="../slideLayouts/slideLayout10.xml"/><Relationship Id="rId19" Type="http://schemas.openxmlformats.org/officeDocument/2006/relationships/tags" Target="../tags/tag6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 noChangeArrowheads="1"/>
          </p:cNvSpPr>
          <p:nvPr>
            <p:ph type="title" idx="4294967295"/>
            <p:custDataLst>
              <p:tags r:id="rId15"/>
            </p:custDataLst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 noChangeArrowheads="1"/>
          </p:cNvSpPr>
          <p:nvPr>
            <p:ph type="body" idx="9"/>
            <p:custDataLst>
              <p:tags r:id="rId16"/>
            </p:custDataLst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eaLnBrk="1" fontAlgn="auto" hangingPunct="1">
              <a:buFontTx/>
              <a:buNone/>
              <a:defRPr sz="1200" noProof="1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</a:defRPr>
            </a:lvl1pPr>
          </a:lstStyle>
          <a:p>
            <a:fld id="{F487EE23-058C-4F57-8869-2B6561E3103C}" type="datetimeFigureOut">
              <a:rPr lang="zh-CN" altLang="en-US" smtClean="0"/>
              <a:t>2024/3/23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eaLnBrk="1" fontAlgn="auto" hangingPunct="1">
              <a:buFontTx/>
              <a:buNone/>
              <a:defRPr sz="1200" noProof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eaLnBrk="1" fontAlgn="auto" hangingPunct="1">
              <a:buFontTx/>
              <a:buNone/>
              <a:defRPr sz="1200" noProof="1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</a:defRPr>
            </a:lvl1pPr>
          </a:lstStyle>
          <a:p>
            <a:fld id="{56B3900E-04DA-4596-A4FA-99F91008FD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KSO_TEMPLATE" hidden="1"/>
          <p:cNvSpPr/>
          <p:nvPr>
            <p:custDataLst>
              <p:tags r:id="rId17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buFontTx/>
              <a:buNone/>
              <a:defRPr/>
            </a:pPr>
            <a:endParaRPr lang="zh-CN" altLang="en-US" noProof="1"/>
          </a:p>
        </p:txBody>
      </p:sp>
      <p:sp>
        <p:nvSpPr>
          <p:cNvPr id="2" name="矩形 1"/>
          <p:cNvSpPr/>
          <p:nvPr/>
        </p:nvSpPr>
        <p:spPr>
          <a:xfrm>
            <a:off x="-4763" y="0"/>
            <a:ext cx="12192001" cy="6858000"/>
          </a:xfrm>
          <a:prstGeom prst="rect">
            <a:avLst/>
          </a:prstGeom>
          <a:solidFill>
            <a:srgbClr val="E7E6E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hangingPunct="0">
              <a:buFontTx/>
              <a:buNone/>
              <a:defRPr/>
            </a:pPr>
            <a:endParaRPr lang="zh-CN" altLang="en-US"/>
          </a:p>
        </p:txBody>
      </p:sp>
      <p:grpSp>
        <p:nvGrpSpPr>
          <p:cNvPr id="1033" name="组合 19"/>
          <p:cNvGrpSpPr/>
          <p:nvPr/>
        </p:nvGrpSpPr>
        <p:grpSpPr bwMode="auto">
          <a:xfrm>
            <a:off x="6272213" y="-15875"/>
            <a:ext cx="5919787" cy="6873875"/>
            <a:chOff x="9885" y="-9"/>
            <a:chExt cx="9322" cy="10859"/>
          </a:xfrm>
        </p:grpSpPr>
        <p:pic>
          <p:nvPicPr>
            <p:cNvPr id="1034" name="图片 13" descr="C:\Users\admin\Desktop\2图示图\image1 (4).jpegimage1 (4)"/>
            <p:cNvPicPr>
              <a:picLocks noChangeAspect="1" noChangeArrowheads="1"/>
            </p:cNvPicPr>
            <p:nvPr>
              <p:custDataLst>
                <p:tags r:id="rId18"/>
              </p:custDataLst>
            </p:nvPr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0968"/>
            <a:stretch>
              <a:fillRect/>
            </a:stretch>
          </p:blipFill>
          <p:spPr bwMode="auto">
            <a:xfrm>
              <a:off x="9885" y="-9"/>
              <a:ext cx="9322" cy="108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" name="矩形 13"/>
            <p:cNvSpPr/>
            <p:nvPr>
              <p:custDataLst>
                <p:tags r:id="rId19"/>
              </p:custDataLst>
            </p:nvPr>
          </p:nvSpPr>
          <p:spPr>
            <a:xfrm>
              <a:off x="9885" y="-9"/>
              <a:ext cx="9315" cy="10859"/>
            </a:xfrm>
            <a:prstGeom prst="rect">
              <a:avLst/>
            </a:prstGeom>
            <a:solidFill>
              <a:schemeClr val="accent1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buFontTx/>
                <a:buNone/>
                <a:defRPr/>
              </a:pPr>
              <a:endParaRPr lang="zh-CN" altLang="en-US" noProof="1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 kern="1200">
          <a:solidFill>
            <a:schemeClr val="tx1"/>
          </a:solidFill>
          <a:latin typeface="黑体" panose="02010609060101010101" charset="-122"/>
          <a:ea typeface="黑体" panose="02010609060101010101" charset="-122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黑体" panose="02010609060101010101" charset="-122"/>
          <a:ea typeface="黑体" panose="02010609060101010101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黑体" panose="02010609060101010101" charset="-122"/>
          <a:ea typeface="黑体" panose="02010609060101010101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黑体" panose="02010609060101010101" charset="-122"/>
          <a:ea typeface="黑体" panose="02010609060101010101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黑体" panose="02010609060101010101" charset="-122"/>
          <a:ea typeface="黑体" panose="02010609060101010101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黑体" panose="02010609060101010101" charset="-122"/>
          <a:ea typeface="黑体" panose="02010609060101010101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黑体" panose="02010609060101010101" charset="-122"/>
          <a:ea typeface="黑体" panose="02010609060101010101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黑体" panose="02010609060101010101" charset="-122"/>
          <a:ea typeface="黑体" panose="02010609060101010101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黑体" panose="02010609060101010101" charset="-122"/>
          <a:ea typeface="黑体" panose="02010609060101010101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黑体" panose="02010609060101010101" charset="-122"/>
          <a:ea typeface="黑体" panose="02010609060101010101" charset="-122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黑体" panose="02010609060101010101" charset="-122"/>
          <a:ea typeface="黑体" panose="02010609060101010101" charset="-122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黑体" panose="02010609060101010101" charset="-122"/>
          <a:ea typeface="黑体" panose="02010609060101010101" charset="-122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黑体" panose="02010609060101010101" charset="-122"/>
          <a:ea typeface="黑体" panose="02010609060101010101" charset="-122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黑体" panose="02010609060101010101" charset="-122"/>
          <a:ea typeface="黑体" panose="02010609060101010101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slide" Target="slide6.xml"/><Relationship Id="rId3" Type="http://schemas.openxmlformats.org/officeDocument/2006/relationships/image" Target="../media/image2.png"/><Relationship Id="rId7" Type="http://schemas.openxmlformats.org/officeDocument/2006/relationships/hyperlink" Target="https://officeweb365.101eduyun.com/?ssl=1&amp;furl=https://bukehi.github.io/BukehiWeb/livefile/&#28909;&#25628;.txt?" TargetMode="External"/><Relationship Id="rId12" Type="http://schemas.openxmlformats.org/officeDocument/2006/relationships/image" Target="../media/image8.svg"/><Relationship Id="rId2" Type="http://schemas.openxmlformats.org/officeDocument/2006/relationships/hyperlink" Target="https://www.101eduyun.com/sunrise/student/task/taskIndex.do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11" Type="http://schemas.openxmlformats.org/officeDocument/2006/relationships/image" Target="../media/image7.png"/><Relationship Id="rId5" Type="http://schemas.openxmlformats.org/officeDocument/2006/relationships/image" Target="../media/image3.png"/><Relationship Id="rId15" Type="http://schemas.openxmlformats.org/officeDocument/2006/relationships/image" Target="../media/image10.svg"/><Relationship Id="rId10" Type="http://schemas.openxmlformats.org/officeDocument/2006/relationships/hyperlink" Target="https://officeweb365.101eduyun.com/?ssl=1&amp;furl=https://bukehi.gitee.io/Web/livefile/&#31572;&#26696;.pdf?" TargetMode="External"/><Relationship Id="rId4" Type="http://schemas.openxmlformats.org/officeDocument/2006/relationships/slide" Target="slide8.xml"/><Relationship Id="rId9" Type="http://schemas.openxmlformats.org/officeDocument/2006/relationships/image" Target="../media/image6.svg"/><Relationship Id="rId1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Bukehi/BukehiWeb/issues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101eduyun.com/sunrise/student/task/taskIndex.do" TargetMode="External"/><Relationship Id="rId13" Type="http://schemas.openxmlformats.org/officeDocument/2006/relationships/hyperlink" Target="https://officeweb365.101eduyun.com/?ssl=1&amp;furl=https://bukehi.github.io/BukehiWeb/school/&#25968;&#23398;&#31572;&#26696;1.pdf?" TargetMode="External"/><Relationship Id="rId3" Type="http://schemas.openxmlformats.org/officeDocument/2006/relationships/hyperlink" Target="https://officeweb365.101eduyun.com/?ssl=1&amp;furl=https://bukehi.github.io/BukehiWeb/livefile/livepowerpoint.pptx?" TargetMode="External"/><Relationship Id="rId7" Type="http://schemas.openxmlformats.org/officeDocument/2006/relationships/hyperlink" Target="https://officeweb365.101eduyun.com/?ssl=1&amp;furl=https://bukehi.github.io/BukehiWeb/school/wulianwser.pdf?" TargetMode="External"/><Relationship Id="rId12" Type="http://schemas.openxmlformats.org/officeDocument/2006/relationships/hyperlink" Target="https://officeweb365.101eduyun.com/?ssl=1&amp;furl=https://bukehi.github.io/BukehiWeb/school/&#35789;&#27719;&#21464;&#24418;&#23398;&#26696;%20&#31572;&#26696;.pdf?" TargetMode="External"/><Relationship Id="rId2" Type="http://schemas.openxmlformats.org/officeDocument/2006/relationships/hyperlink" Target="https://officeweb365.101eduyun.com/?ssl=1&amp;furl=https://bukehi.github.io/BukehiWeb/livefile/liveword.docx?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officeweb365.101eduyun.com/?ssl=1&amp;furl=https://bukehi.github.io/BukehiWeb/livefile/&#28909;&#25628;.txt?" TargetMode="External"/><Relationship Id="rId11" Type="http://schemas.openxmlformats.org/officeDocument/2006/relationships/hyperlink" Target="https://officeweb365.101eduyun.com/?ssl=1&amp;furl=https://bukehi.github.io/BukehiWeb/livefile/livetext.txt?" TargetMode="External"/><Relationship Id="rId5" Type="http://schemas.openxmlformats.org/officeDocument/2006/relationships/hyperlink" Target="https://officeweb365.101eduyun.com/?ssl=1&amp;furl=https://bukehi.github.io/BukehiWeb/livefile/liveexcel.xlsx?" TargetMode="External"/><Relationship Id="rId10" Type="http://schemas.openxmlformats.org/officeDocument/2006/relationships/hyperlink" Target="https://officeweb365.101eduyun.com/?ssl=1&amp;furl=https://bukehi.github.io/BukehiWeb/school/&#25968;&#23398;&#31572;&#26696;.pdf?" TargetMode="External"/><Relationship Id="rId4" Type="http://schemas.openxmlformats.org/officeDocument/2006/relationships/hyperlink" Target="https://officeweb365.101eduyun.com/?ssl=1&amp;furl=https://bukehi.github.io/BukehiWeb/livefile/livepdf.pdf?" TargetMode="External"/><Relationship Id="rId9" Type="http://schemas.openxmlformats.org/officeDocument/2006/relationships/hyperlink" Target="https://officeweb365.101eduyun.com/?ssl=1&amp;furl=https://bukehi.github.io/BukehiWeb/livefile/main_project.txt?" TargetMode="Externa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https://officeweb365.101eduyun.com/?ssl=1&amp;furl=https://bukehi.github.io/BukehiWeb/pdf/pdf6.pdf?" TargetMode="External"/><Relationship Id="rId3" Type="http://schemas.openxmlformats.org/officeDocument/2006/relationships/hyperlink" Target="https://officeweb365.101eduyun.com/?ssl=1&amp;furl=https://bukehi.github.io/BukehiWeb/pdf/pdf2.pdf?" TargetMode="External"/><Relationship Id="rId7" Type="http://schemas.openxmlformats.org/officeDocument/2006/relationships/hyperlink" Target="https://officeweb365.101eduyun.com/?ssl=1&amp;furl=https://bukehi.github.io/BukehiWeb/pdf/pdf5.pdf?" TargetMode="External"/><Relationship Id="rId2" Type="http://schemas.openxmlformats.org/officeDocument/2006/relationships/hyperlink" Target="https://officeweb365.101eduyun.com/?ssl=1&amp;furl=https://bukehi.github.io/BukehiWeb/pdf/pdf1.pdf?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officeweb365.101eduyun.com/?ssl=1&amp;furl=https://bukehi.github.io/BukehiWeb/fiction/python.pdf?" TargetMode="External"/><Relationship Id="rId11" Type="http://schemas.openxmlformats.org/officeDocument/2006/relationships/hyperlink" Target="https://officeweb365.101eduyun.com/?ssl=1&amp;furl=https://bukehi.github.io/BukehiWeb/fiction/GitHub&#20837;&#38376;&#19982;&#23454;&#36341;&#23436;&#25972;&#29256;.pdf?" TargetMode="External"/><Relationship Id="rId5" Type="http://schemas.openxmlformats.org/officeDocument/2006/relationships/hyperlink" Target="https://officeweb365.101eduyun.com/?ssl=1&amp;furl=https://bukehi.github.io/BukehiWeb/pdf/pdf4.pdf?" TargetMode="External"/><Relationship Id="rId10" Type="http://schemas.openxmlformats.org/officeDocument/2006/relationships/hyperlink" Target="https://officeweb365.101eduyun.com/?ssl=1&amp;furl=https://bukehi.github.io/BukehiWeb/pdf/pdf8.pdf?" TargetMode="External"/><Relationship Id="rId4" Type="http://schemas.openxmlformats.org/officeDocument/2006/relationships/hyperlink" Target="https://officeweb365.101eduyun.com/?ssl=1&amp;furl=https://bukehi.github.io/BukehiWeb/pdf/pdf3.pdf?" TargetMode="External"/><Relationship Id="rId9" Type="http://schemas.openxmlformats.org/officeDocument/2006/relationships/hyperlink" Target="https://officeweb365.101eduyun.com/?ssl=1&amp;furl=https://bukehi.github.io/BukehiWeb/pdf/pdf7.pdf?" TargetMode="Externa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officeweb365.101eduyun.com/?ssl=1&amp;furl=https://bukehi.github.io/BukehiWeb/fiction/gzr.docx?" TargetMode="External"/><Relationship Id="rId13" Type="http://schemas.openxmlformats.org/officeDocument/2006/relationships/hyperlink" Target="https://officeweb365.101eduyun.com/?ssl=1&amp;furl=https://bukehi.github.io/BukehiWeb/fiction/&#22827;&#20154;&#65292;&#20320;&#39532;&#30002;&#21448;&#25481;&#20102;.docx?" TargetMode="External"/><Relationship Id="rId3" Type="http://schemas.openxmlformats.org/officeDocument/2006/relationships/hyperlink" Target="https://officeweb365.101eduyun.com/?ssl=1&amp;furl=https://bukehi.github.io/BukehiWeb/fiction/wxzw.docx?" TargetMode="External"/><Relationship Id="rId7" Type="http://schemas.openxmlformats.org/officeDocument/2006/relationships/hyperlink" Target="https://officeweb365.101eduyun.com/?ssl=1&amp;furl=https://bukehi.github.io/BukehiWeb/fiction/qqft_bnswxsj.docx?" TargetMode="External"/><Relationship Id="rId12" Type="http://schemas.openxmlformats.org/officeDocument/2006/relationships/hyperlink" Target="https://officeweb365.101eduyun.com/?ssl=1&amp;furl=https://bukehi.github.io/BukehiWeb/fiction/05++++&#24120;&#32771;&#39064;&#31354;5&#12288;&#24037;&#33402;&#27969;&#31243;&#20013;&#21270;&#23398;(&#31163;&#23376;)&#26041;&#31243;&#24335;&#30340;&#20070;&#20889;+&#65288;&#38468;&#31572;&#26696;&#35299;&#26512;&#65289;-&#22791;&#25112;2023&#24180;&#39640;&#32771;&#21270;&#23398;&#22823;&#39064;&#36880;&#31354;&#31361;&#30772;&#31995;&#21015;&#65288;&#20840;&#22269;&#36890;&#29992;&#65289;.docx?" TargetMode="External"/><Relationship Id="rId2" Type="http://schemas.openxmlformats.org/officeDocument/2006/relationships/notesSlide" Target="../notesSlides/notesSlide1.xml"/><Relationship Id="rId16" Type="http://schemas.openxmlformats.org/officeDocument/2006/relationships/hyperlink" Target="https://officeweb365.101eduyun.com/?ssl=1&amp;furl=https://bukehi.github.io/BukehiWeb/fiction/&#31359;&#36234;&#24694;&#40857;&#65306;&#24320;&#23616;&#22269;&#29579;&#29486;&#31085;&#20844;&#20027;.docx?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officeweb365.101eduyun.com/?ssl=1&amp;furl=https://bukehi.github.io/BukehiWeb/fiction/ms_wdgjcbbrdyg.docx?" TargetMode="External"/><Relationship Id="rId11" Type="http://schemas.openxmlformats.org/officeDocument/2006/relationships/hyperlink" Target="https://officeweb365.101eduyun.com/?ssl=1&amp;furl=https://bukehi.github.io/BukehiWeb/fiction/&#20840;&#29699;&#28216;&#25103;&#65306;&#24320;&#23616;&#30334;&#20159;&#28789;&#33021;&#24065;.docx?" TargetMode="External"/><Relationship Id="rId5" Type="http://schemas.openxmlformats.org/officeDocument/2006/relationships/hyperlink" Target="https://officeweb365.101eduyun.com/?ssl=1&amp;furl=https://bukehi.github.io/BukehiWeb/fiction/mscjxmb.docx?" TargetMode="External"/><Relationship Id="rId15" Type="http://schemas.openxmlformats.org/officeDocument/2006/relationships/hyperlink" Target="https://officeweb365.101eduyun.com/?ssl=1&amp;furl=https://bukehi.github.io/BukehiWeb/fiction/&#21407;&#31070;&#20043;&#27704;&#24658;&#32773;.docx?" TargetMode="External"/><Relationship Id="rId10" Type="http://schemas.openxmlformats.org/officeDocument/2006/relationships/hyperlink" Target="https://officeweb365.101eduyun.com/?ssl=1&amp;furl=https://bukehi.github.io/BukehiWeb/fiction/&#21518;&#30495;&#30456;&#26102;&#20195;.pdf?" TargetMode="External"/><Relationship Id="rId4" Type="http://schemas.openxmlformats.org/officeDocument/2006/relationships/hyperlink" Target="https://officeweb365.101eduyun.com/?ssl=1&amp;furl=https://bukehi.github.io/BukehiWeb/fiction/lpsj.docx?" TargetMode="External"/><Relationship Id="rId9" Type="http://schemas.openxmlformats.org/officeDocument/2006/relationships/hyperlink" Target="https://officeweb365.101eduyun.com/?ssl=1&amp;furl=https://bukehi.github.io/BukehiWeb/fiction/dldljstm.docx?" TargetMode="External"/><Relationship Id="rId14" Type="http://schemas.openxmlformats.org/officeDocument/2006/relationships/hyperlink" Target="https://officeweb365.101eduyun.com/?ssl=1&amp;furl=https://bukehi.github.io/BukehiWeb/fiction/&#27861;&#32769;&#29579;&#30340;&#29483;&#30270;&#30151;.docx?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officeweb365.101eduyun.com/?ssl=1&amp;furl=https://bukehi.github.io/BukehiWeb/fiction/&#37325;&#29983;&#20043;&#25105;&#30495;&#27809;&#24819;&#24403;&#28195;&#30007;.docx?" TargetMode="External"/><Relationship Id="rId2" Type="http://schemas.openxmlformats.org/officeDocument/2006/relationships/hyperlink" Target="https://officeweb365.101eduyun.com/?ssl=1&amp;furl=https://bukehi.github.io/BukehiWeb/fiction/06++++&#24120;&#32771;&#39064;&#31354;5&#12288;&#24037;&#33402;&#27969;&#31243;&#20013;&#21270;&#23398;(&#31163;&#23376;)&#26041;&#31243;&#24335;&#30340;&#20070;&#20889;+&#65288;&#38468;&#31572;&#26696;&#35299;&#26512;&#65289;-&#22791;&#25112;2023&#24180;&#39640;&#32771;&#21270;&#23398;&#22823;&#39064;&#36880;&#31354;&#31361;&#30772;&#31995;&#21015;&#65288;&#20840;&#22269;&#36890;&#29992;&#65289;.docx?" TargetMode="Externa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officeweb365.101eduyun.com/?ssl=1&amp;furl=https://bukehi.github.io/BukehiWeb/fiction/08++++&#24120;&#32771;&#39064;&#31354;5&#12288;&#24037;&#33402;&#27969;&#31243;&#20013;&#21270;&#23398;(&#31163;&#23376;)&#26041;&#31243;&#24335;&#30340;&#20070;&#20889;+&#65288;&#38468;&#31572;&#26696;&#35299;&#26512;&#65289;-&#22791;&#25112;2023&#24180;&#39640;&#32771;&#21270;&#23398;&#22823;&#39064;&#36880;&#31354;&#31361;&#30772;&#31995;&#21015;&#65288;&#20840;&#22269;&#36890;&#29992;&#65289;.docx?" TargetMode="External"/><Relationship Id="rId4" Type="http://schemas.openxmlformats.org/officeDocument/2006/relationships/hyperlink" Target="https://officeweb365.101eduyun.com/?ssl=1&amp;furl=https://bukehi.github.io/BukehiWeb/fiction/07++++&#24120;&#32771;&#39064;&#31354;5&#12288;&#24037;&#33402;&#27969;&#31243;&#20013;&#21270;&#23398;(&#31163;&#23376;)&#26041;&#31243;&#24335;&#30340;&#20070;&#20889;+&#65288;&#38468;&#31572;&#26696;&#35299;&#26512;&#65289;-&#22791;&#25112;2023&#24180;&#39640;&#32771;&#21270;&#23398;&#22823;&#39064;&#36880;&#31354;&#31361;&#30772;&#31995;&#21015;&#65288;&#20840;&#22269;&#36890;&#29992;&#65289;.docx?" TargetMode="Externa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https://officeweb365.101eduyun.com/?ssl=1&amp;furl=https://bukehi.github.io/BukehiWeb/power%20point/ex1.pptx?" TargetMode="External"/><Relationship Id="rId13" Type="http://schemas.openxmlformats.org/officeDocument/2006/relationships/hyperlink" Target="https://officeweb365.101eduyun.com/?ssl=1&amp;furl=https://bukehi.github.io/BukehiWeb/power%20point/hy5.pptx?" TargetMode="External"/><Relationship Id="rId18" Type="http://schemas.openxmlformats.org/officeDocument/2006/relationships/hyperlink" Target="https://officeweb365.101eduyun.com/?ssl=1&amp;furl=https://bukehi.github.io/BukehiWeb/power%20point/cl3.pptx?" TargetMode="External"/><Relationship Id="rId26" Type="http://schemas.openxmlformats.org/officeDocument/2006/relationships/hyperlink" Target="https://officeweb365.101eduyun.com/?ssl=1&amp;furl=https://bukehi.github.io/BukehiWeb/power%20point/sr4.pptx?" TargetMode="External"/><Relationship Id="rId3" Type="http://schemas.openxmlformats.org/officeDocument/2006/relationships/hyperlink" Target="https://officeweb365.101eduyun.com/?ssl=1&amp;furl=https://bukehi.github.io/BukehiWeb/power%20point/en2.pptx?" TargetMode="External"/><Relationship Id="rId21" Type="http://schemas.openxmlformats.org/officeDocument/2006/relationships/hyperlink" Target="https://officeweb365.101eduyun.com/?ssl=1&amp;furl=https://bukehi.github.io/BukehiWeb/power%20point/hy1.pptx?" TargetMode="External"/><Relationship Id="rId34" Type="http://schemas.openxmlformats.org/officeDocument/2006/relationships/hyperlink" Target="https://officeweb365.101eduyun.com/?ssl=1&amp;furl=https://bukehi.github.io/BukehiWeb/power%20point/nszx2.pptx?" TargetMode="External"/><Relationship Id="rId7" Type="http://schemas.openxmlformats.org/officeDocument/2006/relationships/hyperlink" Target="https://officeweb365.101eduyun.com/?ssl=1&amp;furl=https://bukehi.github.io/BukehiWeb/power%20point/zh3.pptx?" TargetMode="External"/><Relationship Id="rId12" Type="http://schemas.openxmlformats.org/officeDocument/2006/relationships/hyperlink" Target="https://officeweb365.101eduyun.com/?ssl=1&amp;furl=https://bukehi.github.io/BukehiWeb/power%20point/hy4.pptx?" TargetMode="External"/><Relationship Id="rId17" Type="http://schemas.openxmlformats.org/officeDocument/2006/relationships/hyperlink" Target="https://officeweb365.101eduyun.com/?ssl=1&amp;furl=https://bukehi.github.io/BukehiWeb/power%20point/mi2.pptx?" TargetMode="External"/><Relationship Id="rId25" Type="http://schemas.openxmlformats.org/officeDocument/2006/relationships/hyperlink" Target="https://officeweb365.101eduyun.com/?ssl=1&amp;furl=https://bukehi.github.io/BukehiWeb/power%20point/sr3.pptx?" TargetMode="External"/><Relationship Id="rId33" Type="http://schemas.openxmlformats.org/officeDocument/2006/relationships/hyperlink" Target="https://officeweb365.101eduyun.com/?ssl=1&amp;furl=https://bukehi.github.io/BukehiWeb/power%20point/cl2.pptx?" TargetMode="External"/><Relationship Id="rId2" Type="http://schemas.openxmlformats.org/officeDocument/2006/relationships/hyperlink" Target="https://officeweb365.101eduyun.com/?ssl=1&amp;furl=https://bukehi.github.io/BukehiWeb/power%20point/en1.pptx?" TargetMode="External"/><Relationship Id="rId16" Type="http://schemas.openxmlformats.org/officeDocument/2006/relationships/hyperlink" Target="https://officeweb365.101eduyun.com/?ssl=1&amp;furl=https://bukehi.github.io/BukehiWeb/power%20point/mi.pptx?" TargetMode="External"/><Relationship Id="rId20" Type="http://schemas.openxmlformats.org/officeDocument/2006/relationships/hyperlink" Target="https://officeweb365.101eduyun.com/?ssl=1&amp;furl=https://bukehi.github.io/BukehiWeb/power%20point/hy2.pptx?" TargetMode="External"/><Relationship Id="rId29" Type="http://schemas.openxmlformats.org/officeDocument/2006/relationships/hyperlink" Target="https://officeweb365.101eduyun.com/?ssl=1&amp;furl=https://bukehi.github.io/BukehiWeb/power%20point/xc2.pptx?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officeweb365.101eduyun.com/?ssl=1&amp;furl=https://bukehi.github.io/BukehiWeb/power%20point/zh2.pptx?" TargetMode="External"/><Relationship Id="rId11" Type="http://schemas.openxmlformats.org/officeDocument/2006/relationships/hyperlink" Target="https://officeweb365.101eduyun.com/?ssl=1&amp;furl=https://bukehi.github.io/BukehiWeb/power%20point/hy3.pptx?" TargetMode="External"/><Relationship Id="rId24" Type="http://schemas.openxmlformats.org/officeDocument/2006/relationships/hyperlink" Target="https://officeweb365.101eduyun.com/?ssl=1&amp;furl=https://bukehi.github.io/BukehiWeb/power%20point/sr2.pptx?" TargetMode="External"/><Relationship Id="rId32" Type="http://schemas.openxmlformats.org/officeDocument/2006/relationships/hyperlink" Target="https://officeweb365.101eduyun.com/?ssl=1&amp;furl=https://bukehi.github.io/BukehiWeb/power%20point/cl.pptx?" TargetMode="External"/><Relationship Id="rId5" Type="http://schemas.openxmlformats.org/officeDocument/2006/relationships/hyperlink" Target="https://officeweb365.101eduyun.com/?ssl=1&amp;furl=https://bukehi.github.io/BukehiWeb/power%20point/zh1.pptx?" TargetMode="External"/><Relationship Id="rId15" Type="http://schemas.openxmlformats.org/officeDocument/2006/relationships/hyperlink" Target="https://officeweb365.101eduyun.com/?ssl=1&amp;furl=https://bukehi.github.io/BukehiWeb/power%20point/cd.pptx?" TargetMode="External"/><Relationship Id="rId23" Type="http://schemas.openxmlformats.org/officeDocument/2006/relationships/hyperlink" Target="https://officeweb365.101eduyun.com/?ssl=1&amp;furl=https://bukehi.github.io/BukehiWeb/power%20point/sr1.pptx?" TargetMode="External"/><Relationship Id="rId28" Type="http://schemas.openxmlformats.org/officeDocument/2006/relationships/hyperlink" Target="https://officeweb365.101eduyun.com/?ssl=1&amp;furl=https://bukehi.github.io/BukehiWeb/power%20point/xc1.pptx?" TargetMode="External"/><Relationship Id="rId10" Type="http://schemas.openxmlformats.org/officeDocument/2006/relationships/hyperlink" Target="https://officeweb365.101eduyun.com/?ssl=1&amp;furl=https://bukehi.github.io/BukehiWeb/power%20point/ex3.pptx?" TargetMode="External"/><Relationship Id="rId19" Type="http://schemas.openxmlformats.org/officeDocument/2006/relationships/hyperlink" Target="https://officeweb365.101eduyun.com/?ssl=1&amp;furl=https://bukehi.github.io/BukehiWeb/power%20point/xxsh1.pptx?" TargetMode="External"/><Relationship Id="rId31" Type="http://schemas.openxmlformats.org/officeDocument/2006/relationships/hyperlink" Target="https://officeweb365.101eduyun.com/?ssl=1&amp;furl=https://bukehi.github.io/BukehiWeb/power%20point/bs2.pptx?" TargetMode="External"/><Relationship Id="rId4" Type="http://schemas.openxmlformats.org/officeDocument/2006/relationships/hyperlink" Target="https://officeweb365.101eduyun.com/?ssl=1&amp;furl=https://bukehi.github.io/BukehiWeb/power%20point/en3.pptx?" TargetMode="External"/><Relationship Id="rId9" Type="http://schemas.openxmlformats.org/officeDocument/2006/relationships/hyperlink" Target="https://officeweb365.101eduyun.com/?ssl=1&amp;furl=https://bukehi.github.io/BukehiWeb/power%20point/ex2.pptx?" TargetMode="External"/><Relationship Id="rId14" Type="http://schemas.openxmlformats.org/officeDocument/2006/relationships/hyperlink" Target="https://officeweb365.101eduyun.com/?ssl=1&amp;furl=https://bukehi.github.io/BukehiWeb/power%20point/xxsh.pptx?" TargetMode="External"/><Relationship Id="rId22" Type="http://schemas.openxmlformats.org/officeDocument/2006/relationships/hyperlink" Target="https://officeweb365.101eduyun.com/?ssl=1&amp;furl=https://bukehi.github.io/BukehiWeb/power%20point/sr.pptx?" TargetMode="External"/><Relationship Id="rId27" Type="http://schemas.openxmlformats.org/officeDocument/2006/relationships/hyperlink" Target="https://officeweb365.101eduyun.com/?ssl=1&amp;furl=https://bukehi.github.io/BukehiWeb/power%20point/sr5.pptx?" TargetMode="External"/><Relationship Id="rId30" Type="http://schemas.openxmlformats.org/officeDocument/2006/relationships/hyperlink" Target="https://officeweb365.101eduyun.com/?ssl=1&amp;furl=https://bukehi.github.io/BukehiWeb/power%20point/bs1.pptx?" TargetMode="External"/><Relationship Id="rId35" Type="http://schemas.openxmlformats.org/officeDocument/2006/relationships/hyperlink" Target="https://officeweb365.101eduyun.com/?ssl=1&amp;furl=https://bukehi.github.io/BukehiWeb/power%20point/nszx1.pptx?" TargetMode="Externa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hyperlink" Target="https://officeweb365.101eduyun.com/?ssl=1&amp;furl=https://bukehi.gitee.io/Web/power%20point/zh3.pptx?v" TargetMode="External"/><Relationship Id="rId13" Type="http://schemas.openxmlformats.org/officeDocument/2006/relationships/hyperlink" Target="https://officeweb365.101eduyun.com/?ssl=1&amp;furl=https://bukehi.gitee.io/school/power%20point/xc2.pptx?" TargetMode="External"/><Relationship Id="rId18" Type="http://schemas.openxmlformats.org/officeDocument/2006/relationships/hyperlink" Target="https://officeweb365.101eduyun.com/?ssl=1&amp;furl=https://bukehi.gitee.io/school/power%20point/hy4.pptx?" TargetMode="External"/><Relationship Id="rId26" Type="http://schemas.openxmlformats.org/officeDocument/2006/relationships/hyperlink" Target="https://officeweb365.101eduyun.com/?ssl=1&amp;furl=https://bukehi.gitee.io/school/power%20point/hy1.pptx?" TargetMode="External"/><Relationship Id="rId3" Type="http://schemas.openxmlformats.org/officeDocument/2006/relationships/hyperlink" Target="https://officeweb365.101eduyun.com/?ssl=1&amp;furl=https://bukehi.gitee.io/Web/power%20point/en1.pptx?" TargetMode="External"/><Relationship Id="rId21" Type="http://schemas.openxmlformats.org/officeDocument/2006/relationships/hyperlink" Target="https://officeweb365.101eduyun.com/?ssl=1&amp;furl=https://bukehi.gitee.io/school/power%20point/xxsh.pptx?" TargetMode="External"/><Relationship Id="rId7" Type="http://schemas.openxmlformats.org/officeDocument/2006/relationships/hyperlink" Target="https://officeweb365.101eduyun.com/?ssl=1&amp;furl=https://bukehi.gitee.io/Web/power%20point/zh2.pptx?" TargetMode="External"/><Relationship Id="rId12" Type="http://schemas.openxmlformats.org/officeDocument/2006/relationships/hyperlink" Target="https://officeweb365.101eduyun.com/?ssl=1&amp;furl=https://bukehi.gitee.io/school/power%20point/xc1.pptx?" TargetMode="External"/><Relationship Id="rId17" Type="http://schemas.openxmlformats.org/officeDocument/2006/relationships/hyperlink" Target="https://officeweb365.101eduyun.com/?ssl=1&amp;furl=https://bukehi.gitee.io/school/power%20point/hy3.pptx?" TargetMode="External"/><Relationship Id="rId25" Type="http://schemas.openxmlformats.org/officeDocument/2006/relationships/hyperlink" Target="https://officeweb365.101eduyun.com/?ssl=1&amp;furl=https://bukehi.gitee.io/school/power%20point/hy2.pptx?" TargetMode="External"/><Relationship Id="rId2" Type="http://schemas.openxmlformats.org/officeDocument/2006/relationships/notesSlide" Target="../notesSlides/notesSlide2.xml"/><Relationship Id="rId16" Type="http://schemas.openxmlformats.org/officeDocument/2006/relationships/hyperlink" Target="https://officeweb365.101eduyun.com/?ssl=1&amp;furl=https://bukehi.gitee.io/school/power%20point/cl.pptx?" TargetMode="External"/><Relationship Id="rId20" Type="http://schemas.openxmlformats.org/officeDocument/2006/relationships/hyperlink" Target="https://officeweb365.101eduyun.com/?ssl=1&amp;furl=https://bukehi.gitee.io/school/power%20point/cl2.pptx?" TargetMode="External"/><Relationship Id="rId29" Type="http://schemas.openxmlformats.org/officeDocument/2006/relationships/hyperlink" Target="https://officeweb365.101eduyun.com/?ssl=1&amp;furl=https://bukehi.gitee.io/school/power%20point/sr2.pptx?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officeweb365.101eduyun.com/?ssl=1&amp;furl=https://bukehi.gitee.io/Web/power%20point/zh1.pptx?" TargetMode="External"/><Relationship Id="rId11" Type="http://schemas.openxmlformats.org/officeDocument/2006/relationships/hyperlink" Target="https://officeweb365.101eduyun.com/?ssl=1&amp;furl=https://bukehi.gitee.io/Web/power%20point/ex3.pptx?" TargetMode="External"/><Relationship Id="rId24" Type="http://schemas.openxmlformats.org/officeDocument/2006/relationships/hyperlink" Target="https://officeweb365.101eduyun.com/?ssl=1&amp;furl=https://bukehi.gitee.io/school/power%20point/mi2.pptx?" TargetMode="External"/><Relationship Id="rId32" Type="http://schemas.openxmlformats.org/officeDocument/2006/relationships/hyperlink" Target="https://officeweb365.101eduyun.com/?ssl=1&amp;furl=https://bukehi.gitee.io/school/power%20point/sr5.pptx?" TargetMode="External"/><Relationship Id="rId5" Type="http://schemas.openxmlformats.org/officeDocument/2006/relationships/hyperlink" Target="https://officeweb365.101eduyun.com/?ssl=1&amp;furl=https://bukehi.gitee.io/Web/power%20point/en3.pptx?" TargetMode="External"/><Relationship Id="rId15" Type="http://schemas.openxmlformats.org/officeDocument/2006/relationships/hyperlink" Target="https://officeweb365.101eduyun.com/?ssl=1&amp;furl=https://bukehi.gitee.io/school/power%20point/bs2.pptx?v" TargetMode="External"/><Relationship Id="rId23" Type="http://schemas.openxmlformats.org/officeDocument/2006/relationships/hyperlink" Target="https://officeweb365.101eduyun.com/?ssl=1&amp;furl=https://bukehi.gitee.io/school/power%20point/mi.pptx?" TargetMode="External"/><Relationship Id="rId28" Type="http://schemas.openxmlformats.org/officeDocument/2006/relationships/hyperlink" Target="https://officeweb365.101eduyun.com/?ssl=1&amp;furl=https://bukehi.gitee.io/school/power%20point/sr1.pptx?" TargetMode="External"/><Relationship Id="rId10" Type="http://schemas.openxmlformats.org/officeDocument/2006/relationships/hyperlink" Target="https://officeweb365.101eduyun.com/?ssl=1&amp;furl=https://bukehi.gitee.io/Web/power%20point/ex2.pptx?" TargetMode="External"/><Relationship Id="rId19" Type="http://schemas.openxmlformats.org/officeDocument/2006/relationships/hyperlink" Target="https://officeweb365.101eduyun.com/?ssl=1&amp;furl=https://bukehi.gitee.io/school/power%20point/hy5.pptx?" TargetMode="External"/><Relationship Id="rId31" Type="http://schemas.openxmlformats.org/officeDocument/2006/relationships/hyperlink" Target="https://officeweb365.101eduyun.com/?ssl=1&amp;furl=https://bukehi.gitee.io/school/power%20point/sr4.pptx?" TargetMode="External"/><Relationship Id="rId4" Type="http://schemas.openxmlformats.org/officeDocument/2006/relationships/hyperlink" Target="https://officeweb365.101eduyun.com/?ssl=1&amp;furl=https://bukehi.gitee.io/Web/power%20point/en2.pptx?" TargetMode="External"/><Relationship Id="rId9" Type="http://schemas.openxmlformats.org/officeDocument/2006/relationships/hyperlink" Target="https://officeweb365.101eduyun.com/?ssl=1&amp;furl=https://bukehi.gitee.io/Web/power%20point/ex1.pptx?" TargetMode="External"/><Relationship Id="rId14" Type="http://schemas.openxmlformats.org/officeDocument/2006/relationships/hyperlink" Target="https://officeweb365.101eduyun.com/?ssl=1&amp;furl=https://bukehi.gitee.io/school/power%20point/bs1.pptx?" TargetMode="External"/><Relationship Id="rId22" Type="http://schemas.openxmlformats.org/officeDocument/2006/relationships/hyperlink" Target="https://officeweb365.101eduyun.com/?ssl=1&amp;furl=https://bukehi.gitee.io/school/power%20point/cd.pptx?" TargetMode="External"/><Relationship Id="rId27" Type="http://schemas.openxmlformats.org/officeDocument/2006/relationships/hyperlink" Target="https://officeweb365.101eduyun.com/?ssl=1&amp;furl=https://bukehi.gitee.io/school/power%20point/sr.pptx?" TargetMode="External"/><Relationship Id="rId30" Type="http://schemas.openxmlformats.org/officeDocument/2006/relationships/hyperlink" Target="https://officeweb365.101eduyun.com/?ssl=1&amp;furl=https://bukehi.gitee.io/school/power%20point/sr3.pptx?" TargetMode="Externa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hyperlink" Target="https://officeweb365.101eduyun.com/?ssl=1&amp;furl=https://bukehi.github.io/BukehiWeb/fiction/HeadFirstJava200.pdf?" TargetMode="External"/><Relationship Id="rId3" Type="http://schemas.openxmlformats.org/officeDocument/2006/relationships/hyperlink" Target="https://officeweb365.101eduyun.com/?ssl=1&amp;furl=https://bukehi.github.io/BukehiWeb/fiction/21Java300.pdf?" TargetMode="External"/><Relationship Id="rId7" Type="http://schemas.openxmlformats.org/officeDocument/2006/relationships/hyperlink" Target="https://officeweb365.101eduyun.com/?ssl=1&amp;furl=https://bukehi.github.io/BukehiWeb/fiction/EffectiveJava304.pdf?" TargetMode="External"/><Relationship Id="rId2" Type="http://schemas.openxmlformats.org/officeDocument/2006/relationships/hyperlink" Target="https://officeweb365.101eduyun.com/?ssl=1&amp;furl=https://bukehi.github.io/BukehiWeb/fiction/21Java150.pdf?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officeweb365.101eduyun.com/?ssl=1&amp;furl=https://bukehi.github.io/BukehiWeb/fiction/EffectiveJava200.pdf?" TargetMode="External"/><Relationship Id="rId5" Type="http://schemas.openxmlformats.org/officeDocument/2006/relationships/hyperlink" Target="https://officeweb365.101eduyun.com/?ssl=1&amp;furl=https://bukehi.github.io/BukehiWeb/fiction/EffectiveJava100.pdf?" TargetMode="External"/><Relationship Id="rId10" Type="http://schemas.openxmlformats.org/officeDocument/2006/relationships/hyperlink" Target="https://officeweb365.101eduyun.com/?ssl=1&amp;furl=https://bukehi.github.io/BukehiWeb/fiction/HeadFirstJava689.pdf?" TargetMode="External"/><Relationship Id="rId4" Type="http://schemas.openxmlformats.org/officeDocument/2006/relationships/hyperlink" Target="https://officeweb365.101eduyun.com/?ssl=1&amp;furl=https://bukehi.github.io/BukehiWeb/fiction/21Java416.pdf?" TargetMode="External"/><Relationship Id="rId9" Type="http://schemas.openxmlformats.org/officeDocument/2006/relationships/hyperlink" Target="https://officeweb365.101eduyun.com/?ssl=1&amp;furl=https://bukehi.github.io/BukehiWeb/fiction/HeadFirstJava450.pdf?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87873" y="3759835"/>
            <a:ext cx="3903134" cy="341632"/>
          </a:xfrm>
        </p:spPr>
        <p:txBody>
          <a:bodyPr/>
          <a:lstStyle/>
          <a:p>
            <a:r>
              <a:rPr lang="en-US" altLang="zh-CN" dirty="0"/>
              <a:t>Bukehi</a:t>
            </a:r>
            <a:r>
              <a:rPr lang="zh-CN" altLang="en-US" dirty="0"/>
              <a:t>的小窝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标">
            <a:hlinkClick r:id="rId2"/>
            <a:extLst>
              <a:ext uri="{FF2B5EF4-FFF2-40B4-BE49-F238E27FC236}">
                <a16:creationId xmlns:a16="http://schemas.microsoft.com/office/drawing/2014/main" id="{B458C44E-ADE1-3D8A-299B-ADED58BAD29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450" y="4484445"/>
            <a:ext cx="914400" cy="916186"/>
          </a:xfrm>
          <a:prstGeom prst="rect">
            <a:avLst/>
          </a:prstGeom>
        </p:spPr>
      </p:pic>
      <p:pic>
        <p:nvPicPr>
          <p:cNvPr id="8" name="图形 7" descr="音符 纯色填充">
            <a:hlinkClick r:id="rId4" action="ppaction://hlinksldjump"/>
            <a:extLst>
              <a:ext uri="{FF2B5EF4-FFF2-40B4-BE49-F238E27FC236}">
                <a16:creationId xmlns:a16="http://schemas.microsoft.com/office/drawing/2014/main" id="{6E0C6D53-C5DE-E05B-1F99-9B56CEA8D45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6450" y="2855714"/>
            <a:ext cx="914400" cy="914400"/>
          </a:xfrm>
          <a:prstGeom prst="rect">
            <a:avLst/>
          </a:prstGeom>
        </p:spPr>
      </p:pic>
      <p:pic>
        <p:nvPicPr>
          <p:cNvPr id="11" name="图形 10" descr="报纸 纯色填充">
            <a:hlinkClick r:id="rId7"/>
            <a:extLst>
              <a:ext uri="{FF2B5EF4-FFF2-40B4-BE49-F238E27FC236}">
                <a16:creationId xmlns:a16="http://schemas.microsoft.com/office/drawing/2014/main" id="{EC0D16BD-3EB9-68ED-1D6B-58050A3F1F4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96450" y="1457369"/>
            <a:ext cx="914400" cy="914400"/>
          </a:xfrm>
          <a:prstGeom prst="rect">
            <a:avLst/>
          </a:prstGeom>
        </p:spPr>
      </p:pic>
      <p:pic>
        <p:nvPicPr>
          <p:cNvPr id="5" name="图形 4" descr="合同 纯色填充">
            <a:hlinkClick r:id="rId10"/>
            <a:extLst>
              <a:ext uri="{FF2B5EF4-FFF2-40B4-BE49-F238E27FC236}">
                <a16:creationId xmlns:a16="http://schemas.microsoft.com/office/drawing/2014/main" id="{12F82EF2-56D1-0BC8-BF06-C7B0D80494A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838575" y="1457369"/>
            <a:ext cx="914400" cy="914400"/>
          </a:xfrm>
          <a:prstGeom prst="rect">
            <a:avLst/>
          </a:prstGeom>
        </p:spPr>
      </p:pic>
      <p:pic>
        <p:nvPicPr>
          <p:cNvPr id="3" name="图形 2" descr="书籍 纯色填充">
            <a:hlinkClick r:id="rId13" action="ppaction://hlinksldjump"/>
            <a:extLst>
              <a:ext uri="{FF2B5EF4-FFF2-40B4-BE49-F238E27FC236}">
                <a16:creationId xmlns:a16="http://schemas.microsoft.com/office/drawing/2014/main" id="{8BAA5119-2464-12D5-B74C-AFDCCB259FD5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3905250" y="2971800"/>
            <a:ext cx="914400" cy="914400"/>
          </a:xfrm>
          <a:prstGeom prst="rect">
            <a:avLst/>
          </a:prstGeom>
        </p:spPr>
      </p:pic>
      <p:sp>
        <p:nvSpPr>
          <p:cNvPr id="7" name="标题 6">
            <a:extLst>
              <a:ext uri="{FF2B5EF4-FFF2-40B4-BE49-F238E27FC236}">
                <a16:creationId xmlns:a16="http://schemas.microsoft.com/office/drawing/2014/main" id="{141F726E-FE45-0A42-C9F2-04B20B22FA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916" y="208605"/>
            <a:ext cx="1454934" cy="596906"/>
          </a:xfrm>
        </p:spPr>
        <p:txBody>
          <a:bodyPr>
            <a:normAutofit/>
          </a:bodyPr>
          <a:lstStyle/>
          <a:p>
            <a:r>
              <a:rPr lang="zh-CN" altLang="en-US" dirty="0"/>
              <a:t>首页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C382994-F34C-C722-1D7F-8BB4E8EDAB81}"/>
              </a:ext>
            </a:extLst>
          </p:cNvPr>
          <p:cNvSpPr txBox="1"/>
          <p:nvPr/>
        </p:nvSpPr>
        <p:spPr>
          <a:xfrm>
            <a:off x="983383" y="2371769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热搜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7B7D0B5-E1ED-3F19-2C64-79845A99614E}"/>
              </a:ext>
            </a:extLst>
          </p:cNvPr>
          <p:cNvSpPr txBox="1"/>
          <p:nvPr/>
        </p:nvSpPr>
        <p:spPr>
          <a:xfrm>
            <a:off x="983382" y="3770115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音乐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E69F4C3-508B-021A-5199-9A41FDD5C502}"/>
              </a:ext>
            </a:extLst>
          </p:cNvPr>
          <p:cNvSpPr txBox="1"/>
          <p:nvPr/>
        </p:nvSpPr>
        <p:spPr>
          <a:xfrm>
            <a:off x="952170" y="5400631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101</a:t>
            </a:r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D76A465-E9E2-34FC-617B-B1347B695327}"/>
              </a:ext>
            </a:extLst>
          </p:cNvPr>
          <p:cNvSpPr txBox="1"/>
          <p:nvPr/>
        </p:nvSpPr>
        <p:spPr>
          <a:xfrm>
            <a:off x="3972609" y="2302452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答案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A15EEB2-45D9-D54B-89BE-44D25A580095}"/>
              </a:ext>
            </a:extLst>
          </p:cNvPr>
          <p:cNvSpPr txBox="1"/>
          <p:nvPr/>
        </p:nvSpPr>
        <p:spPr>
          <a:xfrm>
            <a:off x="3972609" y="3816884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小说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>
            <a:extLst>
              <a:ext uri="{FF2B5EF4-FFF2-40B4-BE49-F238E27FC236}">
                <a16:creationId xmlns:a16="http://schemas.microsoft.com/office/drawing/2014/main" id="{C32C7573-52D6-9B00-E43C-4039B489ED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599" y="182880"/>
            <a:ext cx="1490050" cy="670983"/>
          </a:xfrm>
        </p:spPr>
        <p:txBody>
          <a:bodyPr/>
          <a:lstStyle/>
          <a:p>
            <a:r>
              <a:rPr lang="zh-CN" altLang="en-US" dirty="0"/>
              <a:t>交流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19BD100-2844-E85B-C92F-C42D966B164E}"/>
              </a:ext>
            </a:extLst>
          </p:cNvPr>
          <p:cNvSpPr txBox="1"/>
          <p:nvPr/>
        </p:nvSpPr>
        <p:spPr>
          <a:xfrm>
            <a:off x="1267274" y="2628900"/>
            <a:ext cx="85202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如果在使用过程中遇到问题，可以通过</a:t>
            </a:r>
            <a:r>
              <a:rPr lang="en-US" altLang="zh-CN" dirty="0"/>
              <a:t>GitHub</a:t>
            </a:r>
            <a:r>
              <a:rPr lang="zh-CN" altLang="en-US" dirty="0"/>
              <a:t>联系我，如果有资源更新需求，请在</a:t>
            </a:r>
            <a:endParaRPr lang="en-US" altLang="zh-CN" dirty="0"/>
          </a:p>
          <a:p>
            <a:r>
              <a:rPr lang="en-US" altLang="zh-CN" dirty="0">
                <a:hlinkClick r:id="rId2"/>
              </a:rPr>
              <a:t>Issues · Bukehi/BukehiWeb (github.com)</a:t>
            </a:r>
            <a:r>
              <a:rPr lang="zh-CN" altLang="en-US" dirty="0"/>
              <a:t>中留言。</a:t>
            </a:r>
            <a:endParaRPr lang="en-US" altLang="zh-CN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0C360A8-C124-D942-B9C2-323C377D3F56}"/>
              </a:ext>
            </a:extLst>
          </p:cNvPr>
          <p:cNvSpPr txBox="1"/>
          <p:nvPr/>
        </p:nvSpPr>
        <p:spPr>
          <a:xfrm>
            <a:off x="1267274" y="975777"/>
            <a:ext cx="46451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本内容由</a:t>
            </a:r>
            <a:r>
              <a:rPr lang="en-US" altLang="zh-CN" sz="4800" dirty="0" err="1"/>
              <a:t>Bukehi</a:t>
            </a:r>
            <a:r>
              <a:rPr lang="zh-CN" altLang="en-US" sz="3200" dirty="0"/>
              <a:t>提供</a:t>
            </a:r>
          </a:p>
        </p:txBody>
      </p:sp>
    </p:spTree>
    <p:extLst>
      <p:ext uri="{BB962C8B-B14F-4D97-AF65-F5344CB8AC3E}">
        <p14:creationId xmlns:p14="http://schemas.microsoft.com/office/powerpoint/2010/main" val="39339526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hlinkClick r:id="rId2"/>
          </p:cNvPr>
          <p:cNvSpPr txBox="1"/>
          <p:nvPr/>
        </p:nvSpPr>
        <p:spPr>
          <a:xfrm>
            <a:off x="819569" y="1809023"/>
            <a:ext cx="11607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Live word</a:t>
            </a:r>
            <a:endParaRPr lang="zh-CN" altLang="en-US" dirty="0"/>
          </a:p>
        </p:txBody>
      </p:sp>
      <p:sp>
        <p:nvSpPr>
          <p:cNvPr id="6" name="文本框 5">
            <a:hlinkClick r:id="rId3"/>
          </p:cNvPr>
          <p:cNvSpPr txBox="1"/>
          <p:nvPr/>
        </p:nvSpPr>
        <p:spPr>
          <a:xfrm>
            <a:off x="798990" y="2606667"/>
            <a:ext cx="1833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Live PowerPoint</a:t>
            </a:r>
            <a:endParaRPr lang="zh-CN" altLang="en-US" dirty="0"/>
          </a:p>
        </p:txBody>
      </p:sp>
      <p:sp>
        <p:nvSpPr>
          <p:cNvPr id="7" name="文本框 6">
            <a:hlinkClick r:id="rId4"/>
          </p:cNvPr>
          <p:cNvSpPr txBox="1"/>
          <p:nvPr/>
        </p:nvSpPr>
        <p:spPr>
          <a:xfrm>
            <a:off x="798990" y="3358867"/>
            <a:ext cx="9829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Live pdf</a:t>
            </a:r>
            <a:endParaRPr lang="zh-CN" altLang="en-US" dirty="0"/>
          </a:p>
        </p:txBody>
      </p:sp>
      <p:sp>
        <p:nvSpPr>
          <p:cNvPr id="8" name="文本框 7">
            <a:hlinkClick r:id="rId5"/>
          </p:cNvPr>
          <p:cNvSpPr txBox="1"/>
          <p:nvPr/>
        </p:nvSpPr>
        <p:spPr>
          <a:xfrm>
            <a:off x="798990" y="4223996"/>
            <a:ext cx="1198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Live excel</a:t>
            </a:r>
            <a:endParaRPr lang="zh-CN" altLang="en-US" dirty="0"/>
          </a:p>
        </p:txBody>
      </p:sp>
      <p:sp>
        <p:nvSpPr>
          <p:cNvPr id="9" name="文本框 8">
            <a:hlinkClick r:id="rId6"/>
          </p:cNvPr>
          <p:cNvSpPr txBox="1"/>
          <p:nvPr/>
        </p:nvSpPr>
        <p:spPr>
          <a:xfrm>
            <a:off x="798990" y="5089124"/>
            <a:ext cx="6400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热搜</a:t>
            </a:r>
          </a:p>
        </p:txBody>
      </p:sp>
      <p:sp>
        <p:nvSpPr>
          <p:cNvPr id="2" name="文本框 1">
            <a:hlinkClick r:id="rId7" action="ppaction://hlinkfile"/>
          </p:cNvPr>
          <p:cNvSpPr txBox="1"/>
          <p:nvPr/>
        </p:nvSpPr>
        <p:spPr>
          <a:xfrm>
            <a:off x="5278006" y="1790595"/>
            <a:ext cx="14103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wulianwser</a:t>
            </a:r>
          </a:p>
        </p:txBody>
      </p:sp>
      <p:sp>
        <p:nvSpPr>
          <p:cNvPr id="3" name="文本框 2">
            <a:hlinkClick r:id="rId8" action="ppaction://hlinkfile"/>
          </p:cNvPr>
          <p:cNvSpPr txBox="1"/>
          <p:nvPr/>
        </p:nvSpPr>
        <p:spPr>
          <a:xfrm>
            <a:off x="5278006" y="2636699"/>
            <a:ext cx="13782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101</a:t>
            </a:r>
          </a:p>
        </p:txBody>
      </p:sp>
      <p:sp>
        <p:nvSpPr>
          <p:cNvPr id="10" name="文本框 9">
            <a:hlinkClick r:id="rId9"/>
          </p:cNvPr>
          <p:cNvSpPr txBox="1"/>
          <p:nvPr/>
        </p:nvSpPr>
        <p:spPr>
          <a:xfrm>
            <a:off x="5278006" y="5089124"/>
            <a:ext cx="14909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main project</a:t>
            </a:r>
            <a:endParaRPr lang="zh-CN" altLang="en-US" dirty="0"/>
          </a:p>
        </p:txBody>
      </p:sp>
      <p:sp>
        <p:nvSpPr>
          <p:cNvPr id="13" name="文本框 12">
            <a:hlinkClick r:id="rId10"/>
          </p:cNvPr>
          <p:cNvSpPr txBox="1"/>
          <p:nvPr/>
        </p:nvSpPr>
        <p:spPr>
          <a:xfrm>
            <a:off x="5278005" y="3482551"/>
            <a:ext cx="1490979" cy="3683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dirty="0"/>
              <a:t>数学答案</a:t>
            </a:r>
            <a:endParaRPr lang="en-US" altLang="zh-CN" dirty="0"/>
          </a:p>
        </p:txBody>
      </p:sp>
      <p:sp>
        <p:nvSpPr>
          <p:cNvPr id="15" name="文本框 14">
            <a:hlinkClick r:id="rId11"/>
          </p:cNvPr>
          <p:cNvSpPr txBox="1"/>
          <p:nvPr/>
        </p:nvSpPr>
        <p:spPr>
          <a:xfrm>
            <a:off x="8311121" y="2549819"/>
            <a:ext cx="10337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Live text</a:t>
            </a:r>
            <a:endParaRPr lang="zh-CN" altLang="en-US" dirty="0"/>
          </a:p>
        </p:txBody>
      </p:sp>
      <p:sp>
        <p:nvSpPr>
          <p:cNvPr id="14" name="文本框 13">
            <a:hlinkClick r:id="rId12"/>
          </p:cNvPr>
          <p:cNvSpPr txBox="1"/>
          <p:nvPr/>
        </p:nvSpPr>
        <p:spPr>
          <a:xfrm>
            <a:off x="8311121" y="1790595"/>
            <a:ext cx="14103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词形转换</a:t>
            </a:r>
            <a:endParaRPr lang="en-US" altLang="zh-CN" dirty="0"/>
          </a:p>
        </p:txBody>
      </p:sp>
      <p:sp>
        <p:nvSpPr>
          <p:cNvPr id="11" name="标题 10">
            <a:extLst>
              <a:ext uri="{FF2B5EF4-FFF2-40B4-BE49-F238E27FC236}">
                <a16:creationId xmlns:a16="http://schemas.microsoft.com/office/drawing/2014/main" id="{2C3A1F1D-C7A4-2995-C534-193F3CBBB9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437" y="208485"/>
            <a:ext cx="2110766" cy="703017"/>
          </a:xfrm>
        </p:spPr>
        <p:txBody>
          <a:bodyPr/>
          <a:lstStyle/>
          <a:p>
            <a:r>
              <a:rPr lang="zh-CN" altLang="en-US" dirty="0"/>
              <a:t>活动文件</a:t>
            </a:r>
          </a:p>
        </p:txBody>
      </p:sp>
      <p:sp>
        <p:nvSpPr>
          <p:cNvPr id="4" name="文本框 3">
            <a:hlinkClick r:id="rId13"/>
            <a:extLst>
              <a:ext uri="{FF2B5EF4-FFF2-40B4-BE49-F238E27FC236}">
                <a16:creationId xmlns:a16="http://schemas.microsoft.com/office/drawing/2014/main" id="{92A893C4-FCF0-B4C2-8D87-14F4DBF127AB}"/>
              </a:ext>
            </a:extLst>
          </p:cNvPr>
          <p:cNvSpPr txBox="1"/>
          <p:nvPr/>
        </p:nvSpPr>
        <p:spPr>
          <a:xfrm>
            <a:off x="5278005" y="4223996"/>
            <a:ext cx="1490979" cy="3683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dirty="0"/>
              <a:t>数学答案</a:t>
            </a:r>
            <a:r>
              <a:rPr lang="en-US" altLang="zh-CN" dirty="0"/>
              <a:t>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hlinkClick r:id="rId2"/>
          </p:cNvPr>
          <p:cNvSpPr txBox="1"/>
          <p:nvPr/>
        </p:nvSpPr>
        <p:spPr>
          <a:xfrm>
            <a:off x="1200150" y="1981517"/>
            <a:ext cx="840486" cy="4375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dirty="0"/>
              <a:t>pdf1</a:t>
            </a:r>
          </a:p>
        </p:txBody>
      </p:sp>
      <p:sp>
        <p:nvSpPr>
          <p:cNvPr id="6" name="文本框 5">
            <a:hlinkClick r:id="rId3"/>
          </p:cNvPr>
          <p:cNvSpPr txBox="1"/>
          <p:nvPr/>
        </p:nvSpPr>
        <p:spPr>
          <a:xfrm>
            <a:off x="1200150" y="2991485"/>
            <a:ext cx="840486" cy="4375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dirty="0"/>
              <a:t>pdf2</a:t>
            </a:r>
          </a:p>
        </p:txBody>
      </p:sp>
      <p:sp>
        <p:nvSpPr>
          <p:cNvPr id="2" name="文本框 1">
            <a:hlinkClick r:id="rId4"/>
          </p:cNvPr>
          <p:cNvSpPr txBox="1"/>
          <p:nvPr/>
        </p:nvSpPr>
        <p:spPr>
          <a:xfrm>
            <a:off x="1200150" y="4001453"/>
            <a:ext cx="840486" cy="4375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dirty="0"/>
              <a:t>pdf3</a:t>
            </a:r>
          </a:p>
        </p:txBody>
      </p:sp>
      <p:sp>
        <p:nvSpPr>
          <p:cNvPr id="3" name="文本框 2">
            <a:hlinkClick r:id="rId5"/>
          </p:cNvPr>
          <p:cNvSpPr txBox="1"/>
          <p:nvPr/>
        </p:nvSpPr>
        <p:spPr>
          <a:xfrm>
            <a:off x="1200150" y="4792663"/>
            <a:ext cx="840486" cy="4375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dirty="0"/>
              <a:t>pdf4</a:t>
            </a:r>
          </a:p>
        </p:txBody>
      </p:sp>
      <p:sp>
        <p:nvSpPr>
          <p:cNvPr id="7" name="文本框 6">
            <a:hlinkClick r:id="rId6" action="ppaction://hlinkfile"/>
          </p:cNvPr>
          <p:cNvSpPr txBox="1"/>
          <p:nvPr/>
        </p:nvSpPr>
        <p:spPr>
          <a:xfrm>
            <a:off x="7373839" y="1981519"/>
            <a:ext cx="1117338" cy="43751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en-US" altLang="zh-CN" dirty="0"/>
              <a:t>python</a:t>
            </a:r>
          </a:p>
        </p:txBody>
      </p:sp>
      <p:sp>
        <p:nvSpPr>
          <p:cNvPr id="8" name="文本框 7">
            <a:hlinkClick r:id="rId7"/>
            <a:extLst>
              <a:ext uri="{FF2B5EF4-FFF2-40B4-BE49-F238E27FC236}">
                <a16:creationId xmlns:a16="http://schemas.microsoft.com/office/drawing/2014/main" id="{0B260AE6-5A6D-69AE-B95A-6A685ECF22BA}"/>
              </a:ext>
            </a:extLst>
          </p:cNvPr>
          <p:cNvSpPr txBox="1"/>
          <p:nvPr/>
        </p:nvSpPr>
        <p:spPr>
          <a:xfrm>
            <a:off x="1200150" y="5583873"/>
            <a:ext cx="840486" cy="4375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dirty="0"/>
              <a:t>pdf5</a:t>
            </a:r>
          </a:p>
        </p:txBody>
      </p:sp>
      <p:sp>
        <p:nvSpPr>
          <p:cNvPr id="9" name="文本框 8">
            <a:hlinkClick r:id="rId8"/>
            <a:extLst>
              <a:ext uri="{FF2B5EF4-FFF2-40B4-BE49-F238E27FC236}">
                <a16:creationId xmlns:a16="http://schemas.microsoft.com/office/drawing/2014/main" id="{7B914DE2-DA90-1505-C2FC-151C871A9656}"/>
              </a:ext>
            </a:extLst>
          </p:cNvPr>
          <p:cNvSpPr txBox="1"/>
          <p:nvPr/>
        </p:nvSpPr>
        <p:spPr>
          <a:xfrm>
            <a:off x="3985395" y="1981517"/>
            <a:ext cx="840486" cy="4375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dirty="0"/>
              <a:t>pdf6</a:t>
            </a:r>
          </a:p>
        </p:txBody>
      </p:sp>
      <p:sp>
        <p:nvSpPr>
          <p:cNvPr id="10" name="文本框 9">
            <a:hlinkClick r:id="rId9"/>
            <a:extLst>
              <a:ext uri="{FF2B5EF4-FFF2-40B4-BE49-F238E27FC236}">
                <a16:creationId xmlns:a16="http://schemas.microsoft.com/office/drawing/2014/main" id="{6800C8A5-D85D-E947-2980-9275E5439645}"/>
              </a:ext>
            </a:extLst>
          </p:cNvPr>
          <p:cNvSpPr txBox="1"/>
          <p:nvPr/>
        </p:nvSpPr>
        <p:spPr>
          <a:xfrm>
            <a:off x="3985395" y="2991484"/>
            <a:ext cx="840486" cy="4375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dirty="0"/>
              <a:t>pdf7</a:t>
            </a:r>
          </a:p>
        </p:txBody>
      </p:sp>
      <p:sp>
        <p:nvSpPr>
          <p:cNvPr id="11" name="文本框 10">
            <a:hlinkClick r:id="rId10"/>
            <a:extLst>
              <a:ext uri="{FF2B5EF4-FFF2-40B4-BE49-F238E27FC236}">
                <a16:creationId xmlns:a16="http://schemas.microsoft.com/office/drawing/2014/main" id="{AC00C3B6-920F-F09C-2893-A67EB8FA4D37}"/>
              </a:ext>
            </a:extLst>
          </p:cNvPr>
          <p:cNvSpPr txBox="1"/>
          <p:nvPr/>
        </p:nvSpPr>
        <p:spPr>
          <a:xfrm>
            <a:off x="3985395" y="4001453"/>
            <a:ext cx="840486" cy="4375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dirty="0"/>
              <a:t>pdf8</a:t>
            </a:r>
          </a:p>
        </p:txBody>
      </p:sp>
      <p:sp>
        <p:nvSpPr>
          <p:cNvPr id="12" name="标题 11">
            <a:extLst>
              <a:ext uri="{FF2B5EF4-FFF2-40B4-BE49-F238E27FC236}">
                <a16:creationId xmlns:a16="http://schemas.microsoft.com/office/drawing/2014/main" id="{908EC3CF-1981-D912-40B2-8A99EDC4E8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755" y="390419"/>
            <a:ext cx="1115684" cy="437515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P</a:t>
            </a:r>
            <a:r>
              <a:rPr lang="en-US" altLang="zh-CN" dirty="0"/>
              <a:t>DF</a:t>
            </a:r>
            <a:endParaRPr lang="zh-CN" altLang="en-US" dirty="0"/>
          </a:p>
        </p:txBody>
      </p:sp>
      <p:sp>
        <p:nvSpPr>
          <p:cNvPr id="4" name="文本框 3">
            <a:hlinkClick r:id="rId11"/>
            <a:extLst>
              <a:ext uri="{FF2B5EF4-FFF2-40B4-BE49-F238E27FC236}">
                <a16:creationId xmlns:a16="http://schemas.microsoft.com/office/drawing/2014/main" id="{837B52E5-09E4-8E2F-6DFE-E914CEC7955C}"/>
              </a:ext>
            </a:extLst>
          </p:cNvPr>
          <p:cNvSpPr txBox="1"/>
          <p:nvPr/>
        </p:nvSpPr>
        <p:spPr>
          <a:xfrm>
            <a:off x="7373838" y="2991485"/>
            <a:ext cx="3404651" cy="43751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en-US" altLang="zh-CN" dirty="0"/>
              <a:t>GitHub</a:t>
            </a:r>
            <a:r>
              <a:rPr lang="zh-CN" altLang="en-US" dirty="0"/>
              <a:t>入门与实践完整版</a:t>
            </a:r>
            <a:endParaRPr lang="en-US" altLang="zh-C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hlinkClick r:id="rId3"/>
          </p:cNvPr>
          <p:cNvSpPr txBox="1"/>
          <p:nvPr/>
        </p:nvSpPr>
        <p:spPr>
          <a:xfrm>
            <a:off x="1278255" y="1377315"/>
            <a:ext cx="23526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《</a:t>
            </a:r>
            <a:r>
              <a:rPr lang="zh-CN" altLang="en-US" dirty="0"/>
              <a:t>万相之王</a:t>
            </a:r>
            <a:r>
              <a:rPr lang="en-US" altLang="zh-CN" dirty="0"/>
              <a:t>》</a:t>
            </a:r>
          </a:p>
        </p:txBody>
      </p:sp>
      <p:sp>
        <p:nvSpPr>
          <p:cNvPr id="12" name="文本框 11">
            <a:hlinkClick r:id="rId4"/>
          </p:cNvPr>
          <p:cNvSpPr txBox="1"/>
          <p:nvPr/>
        </p:nvSpPr>
        <p:spPr>
          <a:xfrm>
            <a:off x="1278255" y="2064385"/>
            <a:ext cx="3928745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《</a:t>
            </a:r>
            <a:r>
              <a:rPr lang="zh-CN" altLang="en-US" dirty="0"/>
              <a:t>轮盘世界</a:t>
            </a:r>
            <a:r>
              <a:rPr lang="en-US" altLang="zh-CN" dirty="0"/>
              <a:t>》</a:t>
            </a:r>
          </a:p>
        </p:txBody>
      </p:sp>
      <p:sp>
        <p:nvSpPr>
          <p:cNvPr id="14" name="文本框 13">
            <a:hlinkClick r:id="rId5"/>
          </p:cNvPr>
          <p:cNvSpPr txBox="1"/>
          <p:nvPr/>
        </p:nvSpPr>
        <p:spPr>
          <a:xfrm>
            <a:off x="1278255" y="2751455"/>
            <a:ext cx="3928745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《</a:t>
            </a:r>
            <a:r>
              <a:rPr lang="zh-CN" altLang="en-US" dirty="0"/>
              <a:t>末世超级小卖部</a:t>
            </a:r>
            <a:r>
              <a:rPr lang="en-US" altLang="zh-CN" dirty="0"/>
              <a:t>》</a:t>
            </a:r>
          </a:p>
        </p:txBody>
      </p:sp>
      <p:sp>
        <p:nvSpPr>
          <p:cNvPr id="18" name="文本框 17">
            <a:hlinkClick r:id="rId6"/>
          </p:cNvPr>
          <p:cNvSpPr txBox="1"/>
          <p:nvPr/>
        </p:nvSpPr>
        <p:spPr>
          <a:xfrm>
            <a:off x="1278255" y="3438525"/>
            <a:ext cx="3928745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《</a:t>
            </a:r>
            <a:r>
              <a:rPr lang="zh-CN" altLang="en-US" dirty="0"/>
              <a:t>末世：我的关键词比别人多一个</a:t>
            </a:r>
            <a:r>
              <a:rPr lang="en-US" altLang="zh-CN" dirty="0"/>
              <a:t>》</a:t>
            </a:r>
            <a:endParaRPr lang="zh-CN" altLang="en-US" dirty="0"/>
          </a:p>
        </p:txBody>
      </p:sp>
      <p:sp>
        <p:nvSpPr>
          <p:cNvPr id="20" name="文本框 19">
            <a:hlinkClick r:id="rId7"/>
          </p:cNvPr>
          <p:cNvSpPr txBox="1"/>
          <p:nvPr/>
        </p:nvSpPr>
        <p:spPr>
          <a:xfrm>
            <a:off x="1278255" y="4125595"/>
            <a:ext cx="3928745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《</a:t>
            </a:r>
            <a:r>
              <a:rPr lang="zh-CN" altLang="en-US" dirty="0"/>
              <a:t>全球废土：避难所无限升级</a:t>
            </a:r>
            <a:r>
              <a:rPr lang="en-US" altLang="zh-CN" dirty="0"/>
              <a:t>》</a:t>
            </a:r>
            <a:endParaRPr lang="zh-CN" altLang="en-US" dirty="0"/>
          </a:p>
        </p:txBody>
      </p:sp>
      <p:sp>
        <p:nvSpPr>
          <p:cNvPr id="2" name="文本框 1">
            <a:hlinkClick r:id="rId8" action="ppaction://hlinkfile"/>
          </p:cNvPr>
          <p:cNvSpPr txBox="1"/>
          <p:nvPr/>
        </p:nvSpPr>
        <p:spPr>
          <a:xfrm>
            <a:off x="1278255" y="4812665"/>
            <a:ext cx="1571625" cy="3149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dirty="0"/>
              <a:t>《蛊真人》</a:t>
            </a:r>
          </a:p>
        </p:txBody>
      </p:sp>
      <p:sp>
        <p:nvSpPr>
          <p:cNvPr id="3" name="文本框 2">
            <a:hlinkClick r:id="rId9" action="ppaction://hlinkfile"/>
          </p:cNvPr>
          <p:cNvSpPr txBox="1"/>
          <p:nvPr/>
        </p:nvSpPr>
        <p:spPr>
          <a:xfrm>
            <a:off x="1278255" y="5446395"/>
            <a:ext cx="3928745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《斗罗大陆II绝世唐门》</a:t>
            </a:r>
          </a:p>
        </p:txBody>
      </p:sp>
      <p:sp>
        <p:nvSpPr>
          <p:cNvPr id="6" name="文本框 5">
            <a:hlinkClick r:id="rId10"/>
            <a:extLst>
              <a:ext uri="{FF2B5EF4-FFF2-40B4-BE49-F238E27FC236}">
                <a16:creationId xmlns:a16="http://schemas.microsoft.com/office/drawing/2014/main" id="{F4FF3375-1005-18D2-8304-774F6BDCCC15}"/>
              </a:ext>
            </a:extLst>
          </p:cNvPr>
          <p:cNvSpPr txBox="1"/>
          <p:nvPr/>
        </p:nvSpPr>
        <p:spPr>
          <a:xfrm>
            <a:off x="6733125" y="1377315"/>
            <a:ext cx="1827948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《</a:t>
            </a:r>
            <a:r>
              <a:rPr lang="zh-CN" altLang="en-US" dirty="0"/>
              <a:t>后真相时代</a:t>
            </a:r>
            <a:r>
              <a:rPr lang="en-US" altLang="zh-CN" dirty="0"/>
              <a:t>》</a:t>
            </a:r>
          </a:p>
        </p:txBody>
      </p:sp>
      <p:sp>
        <p:nvSpPr>
          <p:cNvPr id="9" name="文本框 8">
            <a:hlinkClick r:id="rId11"/>
            <a:extLst>
              <a:ext uri="{FF2B5EF4-FFF2-40B4-BE49-F238E27FC236}">
                <a16:creationId xmlns:a16="http://schemas.microsoft.com/office/drawing/2014/main" id="{228052F6-87BB-782A-D720-7AC2231B507C}"/>
              </a:ext>
            </a:extLst>
          </p:cNvPr>
          <p:cNvSpPr txBox="1"/>
          <p:nvPr/>
        </p:nvSpPr>
        <p:spPr>
          <a:xfrm>
            <a:off x="6733124" y="2064385"/>
            <a:ext cx="31571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《</a:t>
            </a:r>
            <a:r>
              <a:rPr lang="zh-CN" altLang="en-US" dirty="0"/>
              <a:t>全球游戏：开局百亿灵能币</a:t>
            </a:r>
            <a:r>
              <a:rPr lang="en-US" altLang="zh-CN" dirty="0"/>
              <a:t>》</a:t>
            </a:r>
            <a:endParaRPr lang="zh-CN" altLang="en-US" dirty="0"/>
          </a:p>
        </p:txBody>
      </p:sp>
      <p:sp>
        <p:nvSpPr>
          <p:cNvPr id="7" name="文本框 6">
            <a:hlinkClick r:id="rId12"/>
            <a:extLst>
              <a:ext uri="{FF2B5EF4-FFF2-40B4-BE49-F238E27FC236}">
                <a16:creationId xmlns:a16="http://schemas.microsoft.com/office/drawing/2014/main" id="{48947CAC-90CF-38F9-68E9-05B3CC70F0B8}"/>
              </a:ext>
            </a:extLst>
          </p:cNvPr>
          <p:cNvSpPr txBox="1"/>
          <p:nvPr/>
        </p:nvSpPr>
        <p:spPr>
          <a:xfrm>
            <a:off x="6733123" y="2750423"/>
            <a:ext cx="31571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《</a:t>
            </a:r>
            <a:r>
              <a:rPr lang="zh-CN" altLang="en-US" dirty="0"/>
              <a:t>穿成巴比伦暴君的剑</a:t>
            </a:r>
            <a:r>
              <a:rPr lang="en-US" altLang="zh-CN" dirty="0"/>
              <a:t>》</a:t>
            </a:r>
            <a:endParaRPr lang="zh-CN" altLang="en-US" dirty="0"/>
          </a:p>
        </p:txBody>
      </p:sp>
      <p:sp>
        <p:nvSpPr>
          <p:cNvPr id="8" name="文本框 7">
            <a:hlinkClick r:id="rId13"/>
            <a:extLst>
              <a:ext uri="{FF2B5EF4-FFF2-40B4-BE49-F238E27FC236}">
                <a16:creationId xmlns:a16="http://schemas.microsoft.com/office/drawing/2014/main" id="{4E0BB707-368A-1CA4-14EB-9E21A10CC738}"/>
              </a:ext>
            </a:extLst>
          </p:cNvPr>
          <p:cNvSpPr txBox="1"/>
          <p:nvPr/>
        </p:nvSpPr>
        <p:spPr>
          <a:xfrm>
            <a:off x="6733123" y="3436461"/>
            <a:ext cx="31571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《</a:t>
            </a:r>
            <a:r>
              <a:rPr lang="zh-CN" altLang="en-US" dirty="0"/>
              <a:t>夫人，你马甲又掉了</a:t>
            </a:r>
            <a:r>
              <a:rPr lang="en-US" altLang="zh-CN" dirty="0"/>
              <a:t>》</a:t>
            </a:r>
            <a:endParaRPr lang="zh-CN" altLang="en-US" dirty="0"/>
          </a:p>
        </p:txBody>
      </p:sp>
      <p:sp>
        <p:nvSpPr>
          <p:cNvPr id="10" name="文本框 9">
            <a:hlinkClick r:id="rId14"/>
            <a:extLst>
              <a:ext uri="{FF2B5EF4-FFF2-40B4-BE49-F238E27FC236}">
                <a16:creationId xmlns:a16="http://schemas.microsoft.com/office/drawing/2014/main" id="{1B7A347A-0A36-4A5F-68A1-B513D14424E7}"/>
              </a:ext>
            </a:extLst>
          </p:cNvPr>
          <p:cNvSpPr txBox="1"/>
          <p:nvPr/>
        </p:nvSpPr>
        <p:spPr>
          <a:xfrm>
            <a:off x="6733123" y="4122499"/>
            <a:ext cx="31571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《</a:t>
            </a:r>
            <a:r>
              <a:rPr lang="zh-CN" altLang="en-US" dirty="0"/>
              <a:t>法老王的猫瘾症</a:t>
            </a:r>
            <a:r>
              <a:rPr lang="en-US" altLang="zh-CN" dirty="0"/>
              <a:t>》</a:t>
            </a:r>
            <a:endParaRPr lang="zh-CN" altLang="en-US" dirty="0"/>
          </a:p>
        </p:txBody>
      </p:sp>
      <p:sp>
        <p:nvSpPr>
          <p:cNvPr id="11" name="文本框 10">
            <a:hlinkClick r:id="rId15"/>
            <a:extLst>
              <a:ext uri="{FF2B5EF4-FFF2-40B4-BE49-F238E27FC236}">
                <a16:creationId xmlns:a16="http://schemas.microsoft.com/office/drawing/2014/main" id="{06C97A59-3170-BF31-A1AF-D31B3B65F5BD}"/>
              </a:ext>
            </a:extLst>
          </p:cNvPr>
          <p:cNvSpPr txBox="1"/>
          <p:nvPr/>
        </p:nvSpPr>
        <p:spPr>
          <a:xfrm>
            <a:off x="6733122" y="4758293"/>
            <a:ext cx="31571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《</a:t>
            </a:r>
            <a:r>
              <a:rPr lang="zh-CN" altLang="en-US" dirty="0"/>
              <a:t>原神之永恒者</a:t>
            </a:r>
            <a:r>
              <a:rPr lang="en-US" altLang="zh-CN" dirty="0"/>
              <a:t>》</a:t>
            </a:r>
            <a:endParaRPr lang="zh-CN" altLang="en-US" dirty="0"/>
          </a:p>
        </p:txBody>
      </p:sp>
      <p:sp>
        <p:nvSpPr>
          <p:cNvPr id="13" name="文本框 12">
            <a:hlinkClick r:id="rId16"/>
            <a:extLst>
              <a:ext uri="{FF2B5EF4-FFF2-40B4-BE49-F238E27FC236}">
                <a16:creationId xmlns:a16="http://schemas.microsoft.com/office/drawing/2014/main" id="{C13A42D9-6684-BF35-552A-BDAE009DEEE4}"/>
              </a:ext>
            </a:extLst>
          </p:cNvPr>
          <p:cNvSpPr txBox="1"/>
          <p:nvPr/>
        </p:nvSpPr>
        <p:spPr>
          <a:xfrm>
            <a:off x="6733122" y="5394088"/>
            <a:ext cx="35824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《</a:t>
            </a:r>
            <a:r>
              <a:rPr lang="zh-CN" altLang="en-US" dirty="0"/>
              <a:t>穿越恶龙：开局国王献祭公主</a:t>
            </a:r>
            <a:r>
              <a:rPr lang="en-US" altLang="zh-CN" dirty="0"/>
              <a:t>》</a:t>
            </a:r>
            <a:endParaRPr lang="zh-CN" altLang="en-US" dirty="0"/>
          </a:p>
        </p:txBody>
      </p:sp>
      <p:sp>
        <p:nvSpPr>
          <p:cNvPr id="15" name="标题 14">
            <a:extLst>
              <a:ext uri="{FF2B5EF4-FFF2-40B4-BE49-F238E27FC236}">
                <a16:creationId xmlns:a16="http://schemas.microsoft.com/office/drawing/2014/main" id="{67FC8885-F1FB-5A92-FAC8-EF9D574078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600" y="204171"/>
            <a:ext cx="1223260" cy="618490"/>
          </a:xfrm>
        </p:spPr>
        <p:txBody>
          <a:bodyPr>
            <a:normAutofit/>
          </a:bodyPr>
          <a:lstStyle/>
          <a:p>
            <a:r>
              <a:rPr lang="zh-CN" altLang="en-US" dirty="0"/>
              <a:t>小说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4">
            <a:extLst>
              <a:ext uri="{FF2B5EF4-FFF2-40B4-BE49-F238E27FC236}">
                <a16:creationId xmlns:a16="http://schemas.microsoft.com/office/drawing/2014/main" id="{EF8A0758-A02D-98C7-65EA-4C73C17FFC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600" y="204171"/>
            <a:ext cx="1223260" cy="618490"/>
          </a:xfrm>
        </p:spPr>
        <p:txBody>
          <a:bodyPr>
            <a:normAutofit/>
          </a:bodyPr>
          <a:lstStyle/>
          <a:p>
            <a:r>
              <a:rPr lang="zh-CN" altLang="en-US" dirty="0"/>
              <a:t>小说</a:t>
            </a:r>
          </a:p>
        </p:txBody>
      </p:sp>
      <p:sp>
        <p:nvSpPr>
          <p:cNvPr id="10" name="文本框 9">
            <a:hlinkClick r:id="rId2"/>
            <a:extLst>
              <a:ext uri="{FF2B5EF4-FFF2-40B4-BE49-F238E27FC236}">
                <a16:creationId xmlns:a16="http://schemas.microsoft.com/office/drawing/2014/main" id="{FFB1D901-FB8A-EFC5-2381-1AA7E9DD7EB1}"/>
              </a:ext>
            </a:extLst>
          </p:cNvPr>
          <p:cNvSpPr txBox="1"/>
          <p:nvPr/>
        </p:nvSpPr>
        <p:spPr>
          <a:xfrm>
            <a:off x="1278255" y="1377315"/>
            <a:ext cx="28903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《</a:t>
            </a:r>
            <a:r>
              <a:rPr lang="zh-CN" altLang="en-US" dirty="0"/>
              <a:t>规则怪谈：我即怪谈</a:t>
            </a:r>
            <a:r>
              <a:rPr lang="en-US" altLang="zh-CN" dirty="0"/>
              <a:t>》</a:t>
            </a:r>
          </a:p>
        </p:txBody>
      </p:sp>
      <p:sp>
        <p:nvSpPr>
          <p:cNvPr id="2" name="文本框 1">
            <a:hlinkClick r:id="rId3"/>
            <a:extLst>
              <a:ext uri="{FF2B5EF4-FFF2-40B4-BE49-F238E27FC236}">
                <a16:creationId xmlns:a16="http://schemas.microsoft.com/office/drawing/2014/main" id="{CAC7D0B7-D8EB-54FC-4341-BFB8ABEA4CD6}"/>
              </a:ext>
            </a:extLst>
          </p:cNvPr>
          <p:cNvSpPr txBox="1"/>
          <p:nvPr/>
        </p:nvSpPr>
        <p:spPr>
          <a:xfrm>
            <a:off x="1278255" y="2116635"/>
            <a:ext cx="28903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《</a:t>
            </a:r>
            <a:r>
              <a:rPr lang="zh-CN" altLang="en-US" dirty="0"/>
              <a:t>重生之我真没想当渣男</a:t>
            </a:r>
            <a:r>
              <a:rPr lang="en-US" altLang="zh-CN" dirty="0"/>
              <a:t>》</a:t>
            </a:r>
          </a:p>
        </p:txBody>
      </p:sp>
      <p:sp>
        <p:nvSpPr>
          <p:cNvPr id="3" name="文本框 2">
            <a:hlinkClick r:id="rId4"/>
            <a:extLst>
              <a:ext uri="{FF2B5EF4-FFF2-40B4-BE49-F238E27FC236}">
                <a16:creationId xmlns:a16="http://schemas.microsoft.com/office/drawing/2014/main" id="{5ACC85E7-F2C7-0481-20DA-84888340C19A}"/>
              </a:ext>
            </a:extLst>
          </p:cNvPr>
          <p:cNvSpPr txBox="1"/>
          <p:nvPr/>
        </p:nvSpPr>
        <p:spPr>
          <a:xfrm>
            <a:off x="1278255" y="2855955"/>
            <a:ext cx="15746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《</a:t>
            </a:r>
            <a:r>
              <a:rPr lang="zh-CN" altLang="en-US" dirty="0"/>
              <a:t>白鹿原</a:t>
            </a:r>
            <a:r>
              <a:rPr lang="en-US" altLang="zh-CN" dirty="0"/>
              <a:t>》</a:t>
            </a:r>
          </a:p>
        </p:txBody>
      </p:sp>
      <p:sp>
        <p:nvSpPr>
          <p:cNvPr id="4" name="文本框 3">
            <a:hlinkClick r:id="rId5"/>
            <a:extLst>
              <a:ext uri="{FF2B5EF4-FFF2-40B4-BE49-F238E27FC236}">
                <a16:creationId xmlns:a16="http://schemas.microsoft.com/office/drawing/2014/main" id="{E7FE1A91-DFFD-13D1-C0C1-A1DFD3BD9CD5}"/>
              </a:ext>
            </a:extLst>
          </p:cNvPr>
          <p:cNvSpPr txBox="1"/>
          <p:nvPr/>
        </p:nvSpPr>
        <p:spPr>
          <a:xfrm>
            <a:off x="1278255" y="3632714"/>
            <a:ext cx="15746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《</a:t>
            </a:r>
            <a:r>
              <a:rPr lang="zh-CN" altLang="en-US" dirty="0"/>
              <a:t>从红月开始</a:t>
            </a:r>
            <a:r>
              <a:rPr lang="en-US" altLang="zh-CN" dirty="0"/>
              <a:t>》</a:t>
            </a:r>
          </a:p>
        </p:txBody>
      </p:sp>
    </p:spTree>
    <p:extLst>
      <p:ext uri="{BB962C8B-B14F-4D97-AF65-F5344CB8AC3E}">
        <p14:creationId xmlns:p14="http://schemas.microsoft.com/office/powerpoint/2010/main" val="24261260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组合 35">
            <a:extLst>
              <a:ext uri="{FF2B5EF4-FFF2-40B4-BE49-F238E27FC236}">
                <a16:creationId xmlns:a16="http://schemas.microsoft.com/office/drawing/2014/main" id="{2C1025FC-7DEB-A5BC-5A0B-A656CEF160ED}"/>
              </a:ext>
            </a:extLst>
          </p:cNvPr>
          <p:cNvGrpSpPr/>
          <p:nvPr/>
        </p:nvGrpSpPr>
        <p:grpSpPr>
          <a:xfrm>
            <a:off x="1312565" y="1417123"/>
            <a:ext cx="1010574" cy="4756861"/>
            <a:chOff x="1312565" y="1417123"/>
            <a:chExt cx="1010574" cy="4756861"/>
          </a:xfrm>
        </p:grpSpPr>
        <p:sp>
          <p:nvSpPr>
            <p:cNvPr id="5" name="文本框 4">
              <a:hlinkClick r:id="rId2"/>
            </p:cNvPr>
            <p:cNvSpPr txBox="1"/>
            <p:nvPr/>
          </p:nvSpPr>
          <p:spPr>
            <a:xfrm>
              <a:off x="1312565" y="1417123"/>
              <a:ext cx="5517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en1</a:t>
              </a:r>
              <a:endParaRPr lang="zh-CN" altLang="en-US" dirty="0"/>
            </a:p>
          </p:txBody>
        </p:sp>
        <p:sp>
          <p:nvSpPr>
            <p:cNvPr id="6" name="文本框 5">
              <a:hlinkClick r:id="rId3" action="ppaction://hlinkfile"/>
            </p:cNvPr>
            <p:cNvSpPr txBox="1"/>
            <p:nvPr/>
          </p:nvSpPr>
          <p:spPr>
            <a:xfrm>
              <a:off x="1312565" y="1965564"/>
              <a:ext cx="5517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en2</a:t>
              </a:r>
              <a:endParaRPr lang="zh-CN" altLang="en-US" dirty="0"/>
            </a:p>
          </p:txBody>
        </p:sp>
        <p:sp>
          <p:nvSpPr>
            <p:cNvPr id="7" name="文本框 6">
              <a:hlinkClick r:id="rId4" action="ppaction://hlinkfile"/>
            </p:cNvPr>
            <p:cNvSpPr txBox="1"/>
            <p:nvPr/>
          </p:nvSpPr>
          <p:spPr>
            <a:xfrm>
              <a:off x="1312565" y="2514005"/>
              <a:ext cx="5517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en3</a:t>
              </a:r>
              <a:endParaRPr lang="zh-CN" altLang="en-US" dirty="0"/>
            </a:p>
          </p:txBody>
        </p:sp>
        <p:sp>
          <p:nvSpPr>
            <p:cNvPr id="8" name="文本框 7">
              <a:hlinkClick r:id="rId5" action="ppaction://hlinkfile"/>
            </p:cNvPr>
            <p:cNvSpPr txBox="1"/>
            <p:nvPr/>
          </p:nvSpPr>
          <p:spPr>
            <a:xfrm>
              <a:off x="1312565" y="3062446"/>
              <a:ext cx="10105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zh1</a:t>
              </a:r>
              <a:endParaRPr lang="zh-CN" altLang="en-US" dirty="0"/>
            </a:p>
          </p:txBody>
        </p:sp>
        <p:sp>
          <p:nvSpPr>
            <p:cNvPr id="9" name="文本框 8">
              <a:hlinkClick r:id="rId6" action="ppaction://hlinkfile"/>
            </p:cNvPr>
            <p:cNvSpPr txBox="1"/>
            <p:nvPr/>
          </p:nvSpPr>
          <p:spPr>
            <a:xfrm>
              <a:off x="1312565" y="3610887"/>
              <a:ext cx="10105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zh2</a:t>
              </a:r>
              <a:endParaRPr lang="zh-CN" altLang="en-US" dirty="0"/>
            </a:p>
          </p:txBody>
        </p:sp>
        <p:sp>
          <p:nvSpPr>
            <p:cNvPr id="10" name="文本框 9">
              <a:hlinkClick r:id="rId7" action="ppaction://hlinkfile"/>
            </p:cNvPr>
            <p:cNvSpPr txBox="1"/>
            <p:nvPr/>
          </p:nvSpPr>
          <p:spPr>
            <a:xfrm>
              <a:off x="1312565" y="4159328"/>
              <a:ext cx="10105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zh3</a:t>
              </a:r>
              <a:endParaRPr lang="zh-CN" altLang="en-US" dirty="0"/>
            </a:p>
          </p:txBody>
        </p:sp>
        <p:sp>
          <p:nvSpPr>
            <p:cNvPr id="11" name="文本框 10">
              <a:hlinkClick r:id="rId8" action="ppaction://hlinkfile"/>
            </p:cNvPr>
            <p:cNvSpPr txBox="1"/>
            <p:nvPr/>
          </p:nvSpPr>
          <p:spPr>
            <a:xfrm>
              <a:off x="1312565" y="4707769"/>
              <a:ext cx="10105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ex1</a:t>
              </a:r>
              <a:endParaRPr lang="zh-CN" altLang="en-US" dirty="0"/>
            </a:p>
          </p:txBody>
        </p:sp>
        <p:sp>
          <p:nvSpPr>
            <p:cNvPr id="12" name="文本框 11">
              <a:hlinkClick r:id="rId9" action="ppaction://hlinkfile"/>
            </p:cNvPr>
            <p:cNvSpPr txBox="1"/>
            <p:nvPr/>
          </p:nvSpPr>
          <p:spPr>
            <a:xfrm>
              <a:off x="1312565" y="5256210"/>
              <a:ext cx="10105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ex2</a:t>
              </a:r>
              <a:endParaRPr lang="zh-CN" altLang="en-US" dirty="0"/>
            </a:p>
          </p:txBody>
        </p:sp>
        <p:sp>
          <p:nvSpPr>
            <p:cNvPr id="13" name="文本框 12">
              <a:hlinkClick r:id="rId10" action="ppaction://hlinkfile"/>
            </p:cNvPr>
            <p:cNvSpPr txBox="1"/>
            <p:nvPr/>
          </p:nvSpPr>
          <p:spPr>
            <a:xfrm>
              <a:off x="1312565" y="5804652"/>
              <a:ext cx="10105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ex3</a:t>
              </a:r>
              <a:endParaRPr lang="zh-CN" altLang="en-US" dirty="0"/>
            </a:p>
          </p:txBody>
        </p:sp>
      </p:grpSp>
      <p:sp>
        <p:nvSpPr>
          <p:cNvPr id="4" name="标题 3">
            <a:extLst>
              <a:ext uri="{FF2B5EF4-FFF2-40B4-BE49-F238E27FC236}">
                <a16:creationId xmlns:a16="http://schemas.microsoft.com/office/drawing/2014/main" id="{6A2B5EAF-3809-A3B9-466F-3F873AC460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882" y="315715"/>
            <a:ext cx="2259119" cy="368301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音乐</a:t>
            </a:r>
            <a:r>
              <a:rPr lang="en-US" altLang="zh-CN" dirty="0"/>
              <a:t>&amp;</a:t>
            </a:r>
            <a:r>
              <a:rPr lang="zh-CN" altLang="en-US" dirty="0"/>
              <a:t>视频</a:t>
            </a:r>
          </a:p>
        </p:txBody>
      </p: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9492130E-D0B6-6BC3-683F-BA315D5A6523}"/>
              </a:ext>
            </a:extLst>
          </p:cNvPr>
          <p:cNvGrpSpPr/>
          <p:nvPr/>
        </p:nvGrpSpPr>
        <p:grpSpPr>
          <a:xfrm>
            <a:off x="7242835" y="1417123"/>
            <a:ext cx="872863" cy="4786315"/>
            <a:chOff x="7421572" y="1417123"/>
            <a:chExt cx="872863" cy="4786315"/>
          </a:xfrm>
        </p:grpSpPr>
        <p:sp>
          <p:nvSpPr>
            <p:cNvPr id="18" name="文本框 17">
              <a:hlinkClick r:id="rId11" action="ppaction://hlinkfile"/>
            </p:cNvPr>
            <p:cNvSpPr txBox="1"/>
            <p:nvPr/>
          </p:nvSpPr>
          <p:spPr>
            <a:xfrm>
              <a:off x="7437923" y="1417123"/>
              <a:ext cx="700405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hy3</a:t>
              </a:r>
            </a:p>
          </p:txBody>
        </p:sp>
        <p:sp>
          <p:nvSpPr>
            <p:cNvPr id="26" name="文本框 25">
              <a:hlinkClick r:id="rId12" action="ppaction://hlinkfile"/>
            </p:cNvPr>
            <p:cNvSpPr txBox="1"/>
            <p:nvPr/>
          </p:nvSpPr>
          <p:spPr>
            <a:xfrm>
              <a:off x="7437923" y="2048121"/>
              <a:ext cx="700405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/>
                <a:t>hy4</a:t>
              </a:r>
            </a:p>
          </p:txBody>
        </p:sp>
        <p:sp>
          <p:nvSpPr>
            <p:cNvPr id="27" name="文本框 26">
              <a:hlinkClick r:id="rId13" action="ppaction://hlinkfile"/>
            </p:cNvPr>
            <p:cNvSpPr txBox="1"/>
            <p:nvPr/>
          </p:nvSpPr>
          <p:spPr>
            <a:xfrm>
              <a:off x="7437923" y="2679119"/>
              <a:ext cx="700405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/>
                <a:t>hy5</a:t>
              </a:r>
            </a:p>
          </p:txBody>
        </p:sp>
        <p:sp>
          <p:nvSpPr>
            <p:cNvPr id="29" name="文本框 28">
              <a:hlinkClick r:id="rId14" action="ppaction://hlinkfile"/>
            </p:cNvPr>
            <p:cNvSpPr txBox="1"/>
            <p:nvPr/>
          </p:nvSpPr>
          <p:spPr>
            <a:xfrm>
              <a:off x="7437923" y="3941115"/>
              <a:ext cx="700405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xxsh</a:t>
              </a:r>
            </a:p>
          </p:txBody>
        </p:sp>
        <p:sp>
          <p:nvSpPr>
            <p:cNvPr id="31" name="文本框 30">
              <a:hlinkClick r:id="rId15"/>
            </p:cNvPr>
            <p:cNvSpPr txBox="1"/>
            <p:nvPr/>
          </p:nvSpPr>
          <p:spPr>
            <a:xfrm>
              <a:off x="7437923" y="4572113"/>
              <a:ext cx="700405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cd</a:t>
              </a:r>
            </a:p>
          </p:txBody>
        </p:sp>
        <p:sp>
          <p:nvSpPr>
            <p:cNvPr id="32" name="文本框 31">
              <a:hlinkClick r:id="rId16"/>
            </p:cNvPr>
            <p:cNvSpPr txBox="1"/>
            <p:nvPr/>
          </p:nvSpPr>
          <p:spPr>
            <a:xfrm>
              <a:off x="7437923" y="5203111"/>
              <a:ext cx="700405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mi</a:t>
              </a:r>
            </a:p>
          </p:txBody>
        </p:sp>
        <p:sp>
          <p:nvSpPr>
            <p:cNvPr id="25" name="文本框 24">
              <a:hlinkClick r:id="rId17"/>
            </p:cNvPr>
            <p:cNvSpPr txBox="1"/>
            <p:nvPr/>
          </p:nvSpPr>
          <p:spPr>
            <a:xfrm>
              <a:off x="7437923" y="5834106"/>
              <a:ext cx="5970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mi2</a:t>
              </a:r>
            </a:p>
          </p:txBody>
        </p:sp>
        <p:sp>
          <p:nvSpPr>
            <p:cNvPr id="30" name="文本框 29">
              <a:hlinkClick r:id="rId18"/>
              <a:extLst>
                <a:ext uri="{FF2B5EF4-FFF2-40B4-BE49-F238E27FC236}">
                  <a16:creationId xmlns:a16="http://schemas.microsoft.com/office/drawing/2014/main" id="{75105841-626C-2D1E-D830-C480664E005E}"/>
                </a:ext>
              </a:extLst>
            </p:cNvPr>
            <p:cNvSpPr txBox="1"/>
            <p:nvPr/>
          </p:nvSpPr>
          <p:spPr>
            <a:xfrm>
              <a:off x="7421572" y="3337099"/>
              <a:ext cx="872863" cy="3690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cl3</a:t>
              </a:r>
            </a:p>
          </p:txBody>
        </p:sp>
      </p:grpSp>
      <p:sp>
        <p:nvSpPr>
          <p:cNvPr id="40" name="文本框 39">
            <a:hlinkClick r:id="rId19"/>
            <a:extLst>
              <a:ext uri="{FF2B5EF4-FFF2-40B4-BE49-F238E27FC236}">
                <a16:creationId xmlns:a16="http://schemas.microsoft.com/office/drawing/2014/main" id="{BF08BC39-15C9-FF16-D730-1F9F65B532EA}"/>
              </a:ext>
            </a:extLst>
          </p:cNvPr>
          <p:cNvSpPr txBox="1"/>
          <p:nvPr/>
        </p:nvSpPr>
        <p:spPr>
          <a:xfrm>
            <a:off x="9225159" y="1417123"/>
            <a:ext cx="9163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xxsh1</a:t>
            </a:r>
          </a:p>
        </p:txBody>
      </p: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E7D3DDF8-2EEA-598C-ACAA-711E0481880F}"/>
              </a:ext>
            </a:extLst>
          </p:cNvPr>
          <p:cNvGrpSpPr/>
          <p:nvPr/>
        </p:nvGrpSpPr>
        <p:grpSpPr>
          <a:xfrm>
            <a:off x="5337718" y="1417123"/>
            <a:ext cx="795655" cy="4577268"/>
            <a:chOff x="4695136" y="1442591"/>
            <a:chExt cx="795655" cy="4577268"/>
          </a:xfrm>
        </p:grpSpPr>
        <p:sp>
          <p:nvSpPr>
            <p:cNvPr id="19" name="文本框 18">
              <a:hlinkClick r:id="rId20" action="ppaction://hlinkfile"/>
            </p:cNvPr>
            <p:cNvSpPr txBox="1"/>
            <p:nvPr/>
          </p:nvSpPr>
          <p:spPr>
            <a:xfrm>
              <a:off x="4695136" y="2043872"/>
              <a:ext cx="700405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hy2</a:t>
              </a:r>
            </a:p>
          </p:txBody>
        </p:sp>
        <p:sp>
          <p:nvSpPr>
            <p:cNvPr id="20" name="文本框 19">
              <a:hlinkClick r:id="rId21" action="ppaction://hlinkfile"/>
            </p:cNvPr>
            <p:cNvSpPr txBox="1"/>
            <p:nvPr/>
          </p:nvSpPr>
          <p:spPr>
            <a:xfrm>
              <a:off x="4695136" y="1442591"/>
              <a:ext cx="700405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hy1</a:t>
              </a:r>
            </a:p>
          </p:txBody>
        </p:sp>
        <p:sp>
          <p:nvSpPr>
            <p:cNvPr id="17" name="文本框 16">
              <a:hlinkClick r:id="rId22" action="ppaction://hlinkfile"/>
            </p:cNvPr>
            <p:cNvSpPr txBox="1"/>
            <p:nvPr/>
          </p:nvSpPr>
          <p:spPr>
            <a:xfrm>
              <a:off x="4695136" y="2645153"/>
              <a:ext cx="795655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/>
                <a:t>sr</a:t>
              </a:r>
            </a:p>
          </p:txBody>
        </p:sp>
        <p:sp>
          <p:nvSpPr>
            <p:cNvPr id="21" name="文本框 20">
              <a:hlinkClick r:id="rId23" action="ppaction://hlinkfile"/>
            </p:cNvPr>
            <p:cNvSpPr txBox="1"/>
            <p:nvPr/>
          </p:nvSpPr>
          <p:spPr>
            <a:xfrm>
              <a:off x="4695136" y="3246434"/>
              <a:ext cx="795655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/>
                <a:t>sr1</a:t>
              </a:r>
            </a:p>
          </p:txBody>
        </p:sp>
        <p:sp>
          <p:nvSpPr>
            <p:cNvPr id="22" name="文本框 21">
              <a:hlinkClick r:id="rId24" action="ppaction://hlinkfile"/>
            </p:cNvPr>
            <p:cNvSpPr txBox="1"/>
            <p:nvPr/>
          </p:nvSpPr>
          <p:spPr>
            <a:xfrm>
              <a:off x="4695136" y="3847715"/>
              <a:ext cx="795655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/>
                <a:t>sr2</a:t>
              </a:r>
            </a:p>
          </p:txBody>
        </p:sp>
        <p:sp>
          <p:nvSpPr>
            <p:cNvPr id="23" name="文本框 22">
              <a:hlinkClick r:id="rId25" action="ppaction://hlinkfile"/>
            </p:cNvPr>
            <p:cNvSpPr txBox="1"/>
            <p:nvPr/>
          </p:nvSpPr>
          <p:spPr>
            <a:xfrm>
              <a:off x="4695136" y="4448996"/>
              <a:ext cx="795655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sr3</a:t>
              </a:r>
            </a:p>
          </p:txBody>
        </p:sp>
        <p:sp>
          <p:nvSpPr>
            <p:cNvPr id="24" name="文本框 23">
              <a:hlinkClick r:id="rId26" action="ppaction://hlinkfile"/>
            </p:cNvPr>
            <p:cNvSpPr txBox="1"/>
            <p:nvPr/>
          </p:nvSpPr>
          <p:spPr>
            <a:xfrm>
              <a:off x="4695136" y="5050277"/>
              <a:ext cx="795655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/>
                <a:t>sr4</a:t>
              </a:r>
            </a:p>
          </p:txBody>
        </p:sp>
        <p:sp>
          <p:nvSpPr>
            <p:cNvPr id="34" name="文本框 33">
              <a:hlinkClick r:id="rId27"/>
              <a:extLst>
                <a:ext uri="{FF2B5EF4-FFF2-40B4-BE49-F238E27FC236}">
                  <a16:creationId xmlns:a16="http://schemas.microsoft.com/office/drawing/2014/main" id="{293EE393-C83E-BB5C-E809-5F53D26986E6}"/>
                </a:ext>
              </a:extLst>
            </p:cNvPr>
            <p:cNvSpPr txBox="1"/>
            <p:nvPr/>
          </p:nvSpPr>
          <p:spPr>
            <a:xfrm>
              <a:off x="4695136" y="5651559"/>
              <a:ext cx="795655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sr5</a:t>
              </a:r>
            </a:p>
          </p:txBody>
        </p:sp>
      </p:grp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00FF15E1-596E-5A56-80B4-4A1A92C2CB88}"/>
              </a:ext>
            </a:extLst>
          </p:cNvPr>
          <p:cNvGrpSpPr/>
          <p:nvPr/>
        </p:nvGrpSpPr>
        <p:grpSpPr>
          <a:xfrm>
            <a:off x="3432601" y="1417123"/>
            <a:ext cx="795655" cy="4732663"/>
            <a:chOff x="2973651" y="1441321"/>
            <a:chExt cx="795655" cy="4732663"/>
          </a:xfrm>
        </p:grpSpPr>
        <p:sp>
          <p:nvSpPr>
            <p:cNvPr id="2" name="文本框 1">
              <a:hlinkClick r:id="rId28" action="ppaction://hlinkfile"/>
            </p:cNvPr>
            <p:cNvSpPr txBox="1"/>
            <p:nvPr/>
          </p:nvSpPr>
          <p:spPr>
            <a:xfrm>
              <a:off x="2973651" y="1441321"/>
              <a:ext cx="699770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xc1</a:t>
              </a:r>
            </a:p>
          </p:txBody>
        </p:sp>
        <p:sp>
          <p:nvSpPr>
            <p:cNvPr id="3" name="文本框 2">
              <a:hlinkClick r:id="rId29" action="ppaction://hlinkfile"/>
            </p:cNvPr>
            <p:cNvSpPr txBox="1"/>
            <p:nvPr/>
          </p:nvSpPr>
          <p:spPr>
            <a:xfrm>
              <a:off x="2973651" y="2064507"/>
              <a:ext cx="700405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/>
                <a:t>xc2</a:t>
              </a:r>
            </a:p>
          </p:txBody>
        </p:sp>
        <p:sp>
          <p:nvSpPr>
            <p:cNvPr id="14" name="文本框 13">
              <a:hlinkClick r:id="rId30" action="ppaction://hlinkfile"/>
            </p:cNvPr>
            <p:cNvSpPr txBox="1"/>
            <p:nvPr/>
          </p:nvSpPr>
          <p:spPr>
            <a:xfrm>
              <a:off x="2973651" y="2687693"/>
              <a:ext cx="795655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/>
                <a:t>bs1</a:t>
              </a:r>
            </a:p>
          </p:txBody>
        </p:sp>
        <p:sp>
          <p:nvSpPr>
            <p:cNvPr id="15" name="文本框 14">
              <a:hlinkClick r:id="rId31" action="ppaction://hlinkfile"/>
            </p:cNvPr>
            <p:cNvSpPr txBox="1"/>
            <p:nvPr/>
          </p:nvSpPr>
          <p:spPr>
            <a:xfrm>
              <a:off x="2973651" y="3310879"/>
              <a:ext cx="795655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/>
                <a:t>bs2</a:t>
              </a:r>
            </a:p>
          </p:txBody>
        </p:sp>
        <p:sp>
          <p:nvSpPr>
            <p:cNvPr id="16" name="文本框 15">
              <a:hlinkClick r:id="rId32" action="ppaction://hlinkfile"/>
            </p:cNvPr>
            <p:cNvSpPr txBox="1"/>
            <p:nvPr/>
          </p:nvSpPr>
          <p:spPr>
            <a:xfrm>
              <a:off x="2973651" y="3934065"/>
              <a:ext cx="795655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/>
                <a:t>cl</a:t>
              </a:r>
            </a:p>
          </p:txBody>
        </p:sp>
        <p:sp>
          <p:nvSpPr>
            <p:cNvPr id="28" name="文本框 27">
              <a:hlinkClick r:id="rId33" action="ppaction://hlinkfile"/>
            </p:cNvPr>
            <p:cNvSpPr txBox="1"/>
            <p:nvPr/>
          </p:nvSpPr>
          <p:spPr>
            <a:xfrm>
              <a:off x="2973651" y="4557251"/>
              <a:ext cx="700405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/>
                <a:t>cl2</a:t>
              </a:r>
            </a:p>
          </p:txBody>
        </p:sp>
        <p:sp>
          <p:nvSpPr>
            <p:cNvPr id="33" name="文本框 32">
              <a:hlinkClick r:id="rId34"/>
              <a:extLst>
                <a:ext uri="{FF2B5EF4-FFF2-40B4-BE49-F238E27FC236}">
                  <a16:creationId xmlns:a16="http://schemas.microsoft.com/office/drawing/2014/main" id="{72D6D9FF-B051-3EC8-2D2C-07F76954C89A}"/>
                </a:ext>
              </a:extLst>
            </p:cNvPr>
            <p:cNvSpPr txBox="1"/>
            <p:nvPr/>
          </p:nvSpPr>
          <p:spPr>
            <a:xfrm>
              <a:off x="2973651" y="5804652"/>
              <a:ext cx="7956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nszx2</a:t>
              </a:r>
            </a:p>
          </p:txBody>
        </p:sp>
        <p:sp>
          <p:nvSpPr>
            <p:cNvPr id="35" name="文本框 34">
              <a:hlinkClick r:id="rId35"/>
              <a:extLst>
                <a:ext uri="{FF2B5EF4-FFF2-40B4-BE49-F238E27FC236}">
                  <a16:creationId xmlns:a16="http://schemas.microsoft.com/office/drawing/2014/main" id="{0AC25D09-E113-8C36-9F2C-B12A92D23BC2}"/>
                </a:ext>
              </a:extLst>
            </p:cNvPr>
            <p:cNvSpPr txBox="1"/>
            <p:nvPr/>
          </p:nvSpPr>
          <p:spPr>
            <a:xfrm>
              <a:off x="2973651" y="5180437"/>
              <a:ext cx="7956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nszx1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63992" y="421060"/>
            <a:ext cx="29075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音乐</a:t>
            </a:r>
            <a:r>
              <a:rPr lang="en-US" altLang="zh-CN" dirty="0"/>
              <a:t>&amp;</a:t>
            </a:r>
            <a:r>
              <a:rPr lang="zh-CN" altLang="en-US" dirty="0"/>
              <a:t>视频</a:t>
            </a:r>
            <a:r>
              <a:rPr lang="zh-CN" altLang="en-US" dirty="0">
                <a:solidFill>
                  <a:srgbClr val="FF0000"/>
                </a:solidFill>
              </a:rPr>
              <a:t>（备用链接）</a:t>
            </a:r>
          </a:p>
        </p:txBody>
      </p: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C660CAF9-33C8-5C82-08F9-18747242D2D6}"/>
              </a:ext>
            </a:extLst>
          </p:cNvPr>
          <p:cNvGrpSpPr/>
          <p:nvPr/>
        </p:nvGrpSpPr>
        <p:grpSpPr>
          <a:xfrm>
            <a:off x="1312565" y="1417123"/>
            <a:ext cx="914689" cy="4756861"/>
            <a:chOff x="1312565" y="1417123"/>
            <a:chExt cx="1010574" cy="4756861"/>
          </a:xfrm>
        </p:grpSpPr>
        <p:sp>
          <p:nvSpPr>
            <p:cNvPr id="5" name="文本框 4">
              <a:hlinkClick r:id="rId3"/>
            </p:cNvPr>
            <p:cNvSpPr txBox="1"/>
            <p:nvPr/>
          </p:nvSpPr>
          <p:spPr>
            <a:xfrm>
              <a:off x="1312565" y="1417123"/>
              <a:ext cx="5517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en1</a:t>
              </a:r>
              <a:endParaRPr lang="zh-CN" altLang="en-US" dirty="0"/>
            </a:p>
          </p:txBody>
        </p:sp>
        <p:sp>
          <p:nvSpPr>
            <p:cNvPr id="6" name="文本框 5">
              <a:hlinkClick r:id="rId4"/>
            </p:cNvPr>
            <p:cNvSpPr txBox="1"/>
            <p:nvPr/>
          </p:nvSpPr>
          <p:spPr>
            <a:xfrm>
              <a:off x="1312565" y="1965564"/>
              <a:ext cx="5517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en2</a:t>
              </a:r>
              <a:endParaRPr lang="zh-CN" altLang="en-US" dirty="0"/>
            </a:p>
          </p:txBody>
        </p:sp>
        <p:sp>
          <p:nvSpPr>
            <p:cNvPr id="7" name="文本框 6">
              <a:hlinkClick r:id="rId5"/>
            </p:cNvPr>
            <p:cNvSpPr txBox="1"/>
            <p:nvPr/>
          </p:nvSpPr>
          <p:spPr>
            <a:xfrm>
              <a:off x="1312565" y="2514005"/>
              <a:ext cx="5517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en3</a:t>
              </a:r>
              <a:endParaRPr lang="zh-CN" altLang="en-US" dirty="0"/>
            </a:p>
          </p:txBody>
        </p:sp>
        <p:sp>
          <p:nvSpPr>
            <p:cNvPr id="8" name="文本框 7">
              <a:hlinkClick r:id="rId6"/>
            </p:cNvPr>
            <p:cNvSpPr txBox="1"/>
            <p:nvPr/>
          </p:nvSpPr>
          <p:spPr>
            <a:xfrm>
              <a:off x="1312565" y="3062446"/>
              <a:ext cx="10105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zh1</a:t>
              </a:r>
              <a:endParaRPr lang="zh-CN" altLang="en-US" dirty="0"/>
            </a:p>
          </p:txBody>
        </p:sp>
        <p:sp>
          <p:nvSpPr>
            <p:cNvPr id="9" name="文本框 8">
              <a:hlinkClick r:id="rId7"/>
            </p:cNvPr>
            <p:cNvSpPr txBox="1"/>
            <p:nvPr/>
          </p:nvSpPr>
          <p:spPr>
            <a:xfrm>
              <a:off x="1312565" y="3610887"/>
              <a:ext cx="10105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zh2</a:t>
              </a:r>
              <a:endParaRPr lang="zh-CN" altLang="en-US" dirty="0"/>
            </a:p>
          </p:txBody>
        </p:sp>
        <p:sp>
          <p:nvSpPr>
            <p:cNvPr id="10" name="文本框 9">
              <a:hlinkClick r:id="rId8"/>
            </p:cNvPr>
            <p:cNvSpPr txBox="1"/>
            <p:nvPr/>
          </p:nvSpPr>
          <p:spPr>
            <a:xfrm>
              <a:off x="1312565" y="4159328"/>
              <a:ext cx="10105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zh3</a:t>
              </a:r>
              <a:endParaRPr lang="zh-CN" altLang="en-US" dirty="0"/>
            </a:p>
          </p:txBody>
        </p:sp>
        <p:sp>
          <p:nvSpPr>
            <p:cNvPr id="11" name="文本框 10">
              <a:hlinkClick r:id="rId9"/>
            </p:cNvPr>
            <p:cNvSpPr txBox="1"/>
            <p:nvPr/>
          </p:nvSpPr>
          <p:spPr>
            <a:xfrm>
              <a:off x="1312565" y="4707769"/>
              <a:ext cx="10105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ex1</a:t>
              </a:r>
              <a:endParaRPr lang="zh-CN" altLang="en-US" dirty="0"/>
            </a:p>
          </p:txBody>
        </p:sp>
        <p:sp>
          <p:nvSpPr>
            <p:cNvPr id="12" name="文本框 11">
              <a:hlinkClick r:id="rId10"/>
            </p:cNvPr>
            <p:cNvSpPr txBox="1"/>
            <p:nvPr/>
          </p:nvSpPr>
          <p:spPr>
            <a:xfrm>
              <a:off x="1312565" y="5256210"/>
              <a:ext cx="10105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ex2</a:t>
              </a:r>
              <a:endParaRPr lang="zh-CN" altLang="en-US" dirty="0"/>
            </a:p>
          </p:txBody>
        </p:sp>
        <p:sp>
          <p:nvSpPr>
            <p:cNvPr id="13" name="文本框 12">
              <a:hlinkClick r:id="rId11"/>
            </p:cNvPr>
            <p:cNvSpPr txBox="1"/>
            <p:nvPr/>
          </p:nvSpPr>
          <p:spPr>
            <a:xfrm>
              <a:off x="1312565" y="5804652"/>
              <a:ext cx="10105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ex3</a:t>
              </a:r>
              <a:endParaRPr lang="zh-CN" altLang="en-US" dirty="0"/>
            </a:p>
          </p:txBody>
        </p:sp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F9C3BB25-F2E0-776E-079B-FEAB95EAC7DF}"/>
              </a:ext>
            </a:extLst>
          </p:cNvPr>
          <p:cNvGrpSpPr/>
          <p:nvPr/>
        </p:nvGrpSpPr>
        <p:grpSpPr>
          <a:xfrm>
            <a:off x="3337131" y="1402556"/>
            <a:ext cx="795655" cy="3112135"/>
            <a:chOff x="3039746" y="1402556"/>
            <a:chExt cx="795655" cy="3112135"/>
          </a:xfrm>
        </p:grpSpPr>
        <p:sp>
          <p:nvSpPr>
            <p:cNvPr id="2" name="文本框 1">
              <a:hlinkClick r:id="rId12"/>
            </p:cNvPr>
            <p:cNvSpPr txBox="1"/>
            <p:nvPr/>
          </p:nvSpPr>
          <p:spPr>
            <a:xfrm>
              <a:off x="3039746" y="1402556"/>
              <a:ext cx="699770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xc1</a:t>
              </a:r>
            </a:p>
          </p:txBody>
        </p:sp>
        <p:sp>
          <p:nvSpPr>
            <p:cNvPr id="3" name="文本框 2">
              <a:hlinkClick r:id="rId13"/>
            </p:cNvPr>
            <p:cNvSpPr txBox="1"/>
            <p:nvPr/>
          </p:nvSpPr>
          <p:spPr>
            <a:xfrm>
              <a:off x="3039746" y="2088515"/>
              <a:ext cx="700405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xc2</a:t>
              </a:r>
            </a:p>
          </p:txBody>
        </p:sp>
        <p:sp>
          <p:nvSpPr>
            <p:cNvPr id="14" name="文本框 13">
              <a:hlinkClick r:id="rId14"/>
            </p:cNvPr>
            <p:cNvSpPr txBox="1"/>
            <p:nvPr/>
          </p:nvSpPr>
          <p:spPr>
            <a:xfrm>
              <a:off x="3039746" y="2774474"/>
              <a:ext cx="795655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bs1</a:t>
              </a:r>
            </a:p>
          </p:txBody>
        </p:sp>
        <p:sp>
          <p:nvSpPr>
            <p:cNvPr id="15" name="文本框 14">
              <a:hlinkClick r:id="rId15"/>
            </p:cNvPr>
            <p:cNvSpPr txBox="1"/>
            <p:nvPr/>
          </p:nvSpPr>
          <p:spPr>
            <a:xfrm>
              <a:off x="3039746" y="3460433"/>
              <a:ext cx="795655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bs2</a:t>
              </a:r>
            </a:p>
          </p:txBody>
        </p:sp>
        <p:sp>
          <p:nvSpPr>
            <p:cNvPr id="16" name="文本框 15">
              <a:hlinkClick r:id="rId16"/>
            </p:cNvPr>
            <p:cNvSpPr txBox="1"/>
            <p:nvPr/>
          </p:nvSpPr>
          <p:spPr>
            <a:xfrm>
              <a:off x="3039746" y="4146391"/>
              <a:ext cx="795655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cl</a:t>
              </a:r>
            </a:p>
          </p:txBody>
        </p:sp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8DB15B07-D67A-DC5B-4B53-B6DADBE8973A}"/>
              </a:ext>
            </a:extLst>
          </p:cNvPr>
          <p:cNvGrpSpPr/>
          <p:nvPr/>
        </p:nvGrpSpPr>
        <p:grpSpPr>
          <a:xfrm>
            <a:off x="3337130" y="1431632"/>
            <a:ext cx="4511469" cy="4637418"/>
            <a:chOff x="3337130" y="1431632"/>
            <a:chExt cx="4511469" cy="4637418"/>
          </a:xfrm>
        </p:grpSpPr>
        <p:sp>
          <p:nvSpPr>
            <p:cNvPr id="18" name="文本框 17">
              <a:hlinkClick r:id="rId17"/>
            </p:cNvPr>
            <p:cNvSpPr txBox="1"/>
            <p:nvPr/>
          </p:nvSpPr>
          <p:spPr>
            <a:xfrm>
              <a:off x="7148194" y="1431632"/>
              <a:ext cx="700405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hy3</a:t>
              </a:r>
            </a:p>
          </p:txBody>
        </p:sp>
        <p:sp>
          <p:nvSpPr>
            <p:cNvPr id="26" name="文本框 25">
              <a:hlinkClick r:id="rId18"/>
            </p:cNvPr>
            <p:cNvSpPr txBox="1"/>
            <p:nvPr/>
          </p:nvSpPr>
          <p:spPr>
            <a:xfrm>
              <a:off x="7148194" y="2041359"/>
              <a:ext cx="700405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hy4</a:t>
              </a:r>
            </a:p>
          </p:txBody>
        </p:sp>
        <p:sp>
          <p:nvSpPr>
            <p:cNvPr id="27" name="文本框 26">
              <a:hlinkClick r:id="rId19"/>
            </p:cNvPr>
            <p:cNvSpPr txBox="1"/>
            <p:nvPr/>
          </p:nvSpPr>
          <p:spPr>
            <a:xfrm>
              <a:off x="7148194" y="2651086"/>
              <a:ext cx="700405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/>
                <a:t>hy5</a:t>
              </a:r>
            </a:p>
          </p:txBody>
        </p:sp>
        <p:sp>
          <p:nvSpPr>
            <p:cNvPr id="28" name="文本框 27">
              <a:hlinkClick r:id="rId20"/>
            </p:cNvPr>
            <p:cNvSpPr txBox="1"/>
            <p:nvPr/>
          </p:nvSpPr>
          <p:spPr>
            <a:xfrm>
              <a:off x="3337130" y="4662179"/>
              <a:ext cx="700405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/>
                <a:t>cl2</a:t>
              </a:r>
            </a:p>
          </p:txBody>
        </p:sp>
        <p:sp>
          <p:nvSpPr>
            <p:cNvPr id="29" name="文本框 28">
              <a:hlinkClick r:id="rId21"/>
            </p:cNvPr>
            <p:cNvSpPr txBox="1"/>
            <p:nvPr/>
          </p:nvSpPr>
          <p:spPr>
            <a:xfrm>
              <a:off x="7148194" y="3870540"/>
              <a:ext cx="700405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xxsh</a:t>
              </a:r>
            </a:p>
          </p:txBody>
        </p:sp>
        <p:sp>
          <p:nvSpPr>
            <p:cNvPr id="31" name="文本框 30">
              <a:hlinkClick r:id="rId22"/>
            </p:cNvPr>
            <p:cNvSpPr txBox="1"/>
            <p:nvPr/>
          </p:nvSpPr>
          <p:spPr>
            <a:xfrm>
              <a:off x="7148194" y="4480267"/>
              <a:ext cx="700405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cd</a:t>
              </a:r>
            </a:p>
          </p:txBody>
        </p:sp>
        <p:sp>
          <p:nvSpPr>
            <p:cNvPr id="32" name="文本框 31">
              <a:hlinkClick r:id="rId23"/>
            </p:cNvPr>
            <p:cNvSpPr txBox="1"/>
            <p:nvPr/>
          </p:nvSpPr>
          <p:spPr>
            <a:xfrm>
              <a:off x="7148194" y="5089994"/>
              <a:ext cx="700405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mi</a:t>
              </a:r>
            </a:p>
          </p:txBody>
        </p:sp>
        <p:sp>
          <p:nvSpPr>
            <p:cNvPr id="25" name="文本框 24">
              <a:hlinkClick r:id="rId24"/>
            </p:cNvPr>
            <p:cNvSpPr txBox="1"/>
            <p:nvPr/>
          </p:nvSpPr>
          <p:spPr>
            <a:xfrm>
              <a:off x="7148195" y="5699718"/>
              <a:ext cx="6260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mi2</a:t>
              </a:r>
            </a:p>
          </p:txBody>
        </p:sp>
      </p:grp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BD5E8C76-6734-4AAA-182D-761DBD07CC2A}"/>
              </a:ext>
            </a:extLst>
          </p:cNvPr>
          <p:cNvGrpSpPr/>
          <p:nvPr/>
        </p:nvGrpSpPr>
        <p:grpSpPr>
          <a:xfrm>
            <a:off x="5242663" y="1417955"/>
            <a:ext cx="795655" cy="4672834"/>
            <a:chOff x="5093970" y="1417955"/>
            <a:chExt cx="795655" cy="4672834"/>
          </a:xfrm>
        </p:grpSpPr>
        <p:sp>
          <p:nvSpPr>
            <p:cNvPr id="19" name="文本框 18">
              <a:hlinkClick r:id="rId25"/>
            </p:cNvPr>
            <p:cNvSpPr txBox="1"/>
            <p:nvPr/>
          </p:nvSpPr>
          <p:spPr>
            <a:xfrm>
              <a:off x="5093970" y="2032888"/>
              <a:ext cx="700405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hy2</a:t>
              </a:r>
            </a:p>
          </p:txBody>
        </p:sp>
        <p:sp>
          <p:nvSpPr>
            <p:cNvPr id="20" name="文本框 19">
              <a:hlinkClick r:id="rId26"/>
            </p:cNvPr>
            <p:cNvSpPr txBox="1"/>
            <p:nvPr/>
          </p:nvSpPr>
          <p:spPr>
            <a:xfrm>
              <a:off x="5093970" y="1417955"/>
              <a:ext cx="700405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hy1</a:t>
              </a:r>
            </a:p>
          </p:txBody>
        </p:sp>
        <p:sp>
          <p:nvSpPr>
            <p:cNvPr id="17" name="文本框 16">
              <a:hlinkClick r:id="rId27"/>
            </p:cNvPr>
            <p:cNvSpPr txBox="1"/>
            <p:nvPr/>
          </p:nvSpPr>
          <p:spPr>
            <a:xfrm>
              <a:off x="5093970" y="2647821"/>
              <a:ext cx="795655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 err="1"/>
                <a:t>sr</a:t>
              </a:r>
              <a:endParaRPr lang="en-US" altLang="zh-CN" dirty="0"/>
            </a:p>
          </p:txBody>
        </p:sp>
        <p:sp>
          <p:nvSpPr>
            <p:cNvPr id="21" name="文本框 20">
              <a:hlinkClick r:id="rId28"/>
            </p:cNvPr>
            <p:cNvSpPr txBox="1"/>
            <p:nvPr/>
          </p:nvSpPr>
          <p:spPr>
            <a:xfrm>
              <a:off x="5093970" y="3262754"/>
              <a:ext cx="795655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sr1</a:t>
              </a:r>
            </a:p>
          </p:txBody>
        </p:sp>
        <p:sp>
          <p:nvSpPr>
            <p:cNvPr id="22" name="文本框 21">
              <a:hlinkClick r:id="rId29"/>
            </p:cNvPr>
            <p:cNvSpPr txBox="1"/>
            <p:nvPr/>
          </p:nvSpPr>
          <p:spPr>
            <a:xfrm>
              <a:off x="5093970" y="3877687"/>
              <a:ext cx="795655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/>
                <a:t>sr2</a:t>
              </a:r>
            </a:p>
          </p:txBody>
        </p:sp>
        <p:sp>
          <p:nvSpPr>
            <p:cNvPr id="23" name="文本框 22">
              <a:hlinkClick r:id="rId30"/>
            </p:cNvPr>
            <p:cNvSpPr txBox="1"/>
            <p:nvPr/>
          </p:nvSpPr>
          <p:spPr>
            <a:xfrm>
              <a:off x="5093970" y="4492620"/>
              <a:ext cx="795655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sr3</a:t>
              </a:r>
            </a:p>
          </p:txBody>
        </p:sp>
        <p:sp>
          <p:nvSpPr>
            <p:cNvPr id="24" name="文本框 23">
              <a:hlinkClick r:id="rId31"/>
            </p:cNvPr>
            <p:cNvSpPr txBox="1"/>
            <p:nvPr/>
          </p:nvSpPr>
          <p:spPr>
            <a:xfrm>
              <a:off x="5093970" y="5107553"/>
              <a:ext cx="795655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sr4</a:t>
              </a:r>
            </a:p>
          </p:txBody>
        </p:sp>
        <p:sp>
          <p:nvSpPr>
            <p:cNvPr id="30" name="文本框 29">
              <a:hlinkClick r:id="rId32"/>
              <a:extLst>
                <a:ext uri="{FF2B5EF4-FFF2-40B4-BE49-F238E27FC236}">
                  <a16:creationId xmlns:a16="http://schemas.microsoft.com/office/drawing/2014/main" id="{BB6445F0-A17D-212A-4630-C39597E3C157}"/>
                </a:ext>
              </a:extLst>
            </p:cNvPr>
            <p:cNvSpPr txBox="1"/>
            <p:nvPr/>
          </p:nvSpPr>
          <p:spPr>
            <a:xfrm>
              <a:off x="5093970" y="5722489"/>
              <a:ext cx="795655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sr5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33928" y="372227"/>
            <a:ext cx="6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Java</a:t>
            </a:r>
            <a:endParaRPr lang="zh-CN" altLang="en-US" dirty="0"/>
          </a:p>
        </p:txBody>
      </p:sp>
      <p:sp>
        <p:nvSpPr>
          <p:cNvPr id="9" name="文本框 8">
            <a:hlinkClick r:id="rId2"/>
          </p:cNvPr>
          <p:cNvSpPr txBox="1"/>
          <p:nvPr/>
        </p:nvSpPr>
        <p:spPr>
          <a:xfrm>
            <a:off x="534670" y="1030605"/>
            <a:ext cx="1943735" cy="3683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en-US" altLang="zh-CN" dirty="0"/>
              <a:t>21Java1</a:t>
            </a:r>
            <a:endParaRPr lang="zh-CN" altLang="en-US" dirty="0"/>
          </a:p>
        </p:txBody>
      </p:sp>
      <p:sp>
        <p:nvSpPr>
          <p:cNvPr id="18" name="文本框 17">
            <a:hlinkClick r:id="rId3"/>
          </p:cNvPr>
          <p:cNvSpPr txBox="1"/>
          <p:nvPr/>
        </p:nvSpPr>
        <p:spPr>
          <a:xfrm>
            <a:off x="534670" y="1687830"/>
            <a:ext cx="1943735" cy="3683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en-US" altLang="zh-CN" dirty="0"/>
              <a:t>21Java2</a:t>
            </a:r>
            <a:endParaRPr lang="zh-CN" altLang="en-US" dirty="0"/>
          </a:p>
        </p:txBody>
      </p:sp>
      <p:sp>
        <p:nvSpPr>
          <p:cNvPr id="19" name="文本框 18">
            <a:hlinkClick r:id="rId4"/>
          </p:cNvPr>
          <p:cNvSpPr txBox="1"/>
          <p:nvPr/>
        </p:nvSpPr>
        <p:spPr>
          <a:xfrm>
            <a:off x="534670" y="2345690"/>
            <a:ext cx="1943735" cy="3683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en-US" altLang="zh-CN" dirty="0"/>
              <a:t>21Java3</a:t>
            </a:r>
            <a:endParaRPr lang="zh-CN" altLang="en-US" dirty="0"/>
          </a:p>
        </p:txBody>
      </p:sp>
      <p:sp>
        <p:nvSpPr>
          <p:cNvPr id="23" name="文本框 22">
            <a:hlinkClick r:id="rId5" action="ppaction://hlinkfile"/>
          </p:cNvPr>
          <p:cNvSpPr txBox="1"/>
          <p:nvPr/>
        </p:nvSpPr>
        <p:spPr>
          <a:xfrm>
            <a:off x="534670" y="3002915"/>
            <a:ext cx="1943735" cy="3683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en-US" altLang="zh-CN" dirty="0"/>
              <a:t>EffectiveJava1</a:t>
            </a:r>
            <a:endParaRPr lang="zh-CN" altLang="en-US" dirty="0"/>
          </a:p>
        </p:txBody>
      </p:sp>
      <p:sp>
        <p:nvSpPr>
          <p:cNvPr id="24" name="文本框 23">
            <a:hlinkClick r:id="rId6" action="ppaction://hlinkfile"/>
          </p:cNvPr>
          <p:cNvSpPr txBox="1"/>
          <p:nvPr/>
        </p:nvSpPr>
        <p:spPr>
          <a:xfrm>
            <a:off x="534670" y="3660775"/>
            <a:ext cx="1943735" cy="3683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en-US" altLang="zh-CN" dirty="0"/>
              <a:t>EffectiveJava2</a:t>
            </a:r>
            <a:endParaRPr lang="zh-CN" altLang="en-US" dirty="0"/>
          </a:p>
        </p:txBody>
      </p:sp>
      <p:sp>
        <p:nvSpPr>
          <p:cNvPr id="25" name="文本框 24">
            <a:hlinkClick r:id="rId7" action="ppaction://hlinkfile"/>
          </p:cNvPr>
          <p:cNvSpPr txBox="1"/>
          <p:nvPr/>
        </p:nvSpPr>
        <p:spPr>
          <a:xfrm>
            <a:off x="534670" y="4318000"/>
            <a:ext cx="1943735" cy="3683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en-US" altLang="zh-CN" dirty="0"/>
              <a:t>EffectiveJava3</a:t>
            </a:r>
            <a:endParaRPr lang="zh-CN" altLang="en-US" dirty="0"/>
          </a:p>
        </p:txBody>
      </p:sp>
      <p:sp>
        <p:nvSpPr>
          <p:cNvPr id="30" name="文本框 29">
            <a:hlinkClick r:id="rId8" action="ppaction://hlinkfile"/>
          </p:cNvPr>
          <p:cNvSpPr txBox="1"/>
          <p:nvPr/>
        </p:nvSpPr>
        <p:spPr>
          <a:xfrm>
            <a:off x="4507580" y="1030605"/>
            <a:ext cx="1943735" cy="3683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en-US" altLang="zh-CN" dirty="0"/>
              <a:t>HeadFirstJava1</a:t>
            </a:r>
            <a:endParaRPr lang="zh-CN" altLang="en-US" dirty="0"/>
          </a:p>
        </p:txBody>
      </p:sp>
      <p:sp>
        <p:nvSpPr>
          <p:cNvPr id="31" name="文本框 30">
            <a:hlinkClick r:id="rId9" action="ppaction://hlinkfile"/>
          </p:cNvPr>
          <p:cNvSpPr txBox="1"/>
          <p:nvPr/>
        </p:nvSpPr>
        <p:spPr>
          <a:xfrm>
            <a:off x="4507580" y="1687830"/>
            <a:ext cx="1943735" cy="3683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en-US" altLang="zh-CN" dirty="0"/>
              <a:t>HeadFirstJava2</a:t>
            </a:r>
            <a:endParaRPr lang="zh-CN" altLang="en-US" dirty="0"/>
          </a:p>
        </p:txBody>
      </p:sp>
      <p:sp>
        <p:nvSpPr>
          <p:cNvPr id="32" name="文本框 31">
            <a:hlinkClick r:id="rId10" action="ppaction://hlinkfile"/>
          </p:cNvPr>
          <p:cNvSpPr txBox="1"/>
          <p:nvPr/>
        </p:nvSpPr>
        <p:spPr>
          <a:xfrm>
            <a:off x="4507580" y="2345690"/>
            <a:ext cx="1943735" cy="3683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en-US" altLang="zh-CN" dirty="0"/>
              <a:t>HeadFirstJava3</a:t>
            </a:r>
            <a:endParaRPr lang="zh-CN" altLang="en-US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GMxYmIzZGI0NmVkYTY2YjM2NGFiM2E2NjUxMTIzNjI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TEMPLATE_CATEGORY" val="custom"/>
  <p:tag name="KSO_WM_TEMPLATE_INDEX" val="22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TEMPLATE_CATEGORY" val="custom"/>
  <p:tag name="KSO_WM_TEMPLATE_INDEX" val="222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COMBINE_RELATE_SLIDE_ID" val="background20185109_1"/>
  <p:tag name="KSO_WM_TEMPLATE_CATEGORY" val="custom"/>
  <p:tag name="KSO_WM_TEMPLATE_INDEX" val="222"/>
  <p:tag name="KSO_WM_TEMPLATE_SUBCATEGORY" val="combine"/>
  <p:tag name="KSO_WM_TEMPLATE_THUMBS_INDEX" val="1、2、3、4、6、8、9、10、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ID" val="custom222_1*i*3"/>
  <p:tag name="KSO_WM_TEMPLATE_CATEGORY" val="custom"/>
  <p:tag name="KSO_WM_TEMPLATE_INDEX" val="222"/>
  <p:tag name="KSO_WM_UNIT_LAYERLEVEL" val="1"/>
  <p:tag name="KSO_WM_TAG_VERSION" val="1.0"/>
  <p:tag name="KSO_WM_BEAUTIFY_FLAG" val="#wm#"/>
  <p:tag name="KSO_WM_UNIT_TYPE" val="i"/>
  <p:tag name="KSO_WM_UNIT_INDEX" val="3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ID" val="custom222_1*i*4"/>
  <p:tag name="KSO_WM_TEMPLATE_CATEGORY" val="custom"/>
  <p:tag name="KSO_WM_TEMPLATE_INDEX" val="222"/>
  <p:tag name="KSO_WM_UNIT_LAYERLEVEL" val="1"/>
  <p:tag name="KSO_WM_TAG_VERSION" val="1.0"/>
  <p:tag name="KSO_WM_BEAUTIFY_FLAG" val="#wm#"/>
  <p:tag name="KSO_WM_UNIT_TYPE" val="i"/>
  <p:tag name="KSO_WM_UNIT_INDEX" val="4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ID" val="custom222_1*i*1"/>
  <p:tag name="KSO_WM_TEMPLATE_CATEGORY" val="custom"/>
  <p:tag name="KSO_WM_TEMPLATE_INDEX" val="222"/>
  <p:tag name="KSO_WM_UNIT_LAYERLEVEL" val="1"/>
  <p:tag name="KSO_WM_TAG_VERSION" val="1.0"/>
  <p:tag name="KSO_WM_BEAUTIFY_FLAG" val="#wm#"/>
  <p:tag name="KSO_WM_UNIT_TYPE" val="i"/>
  <p:tag name="KSO_WM_UNIT_INDEX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ID" val="custom222_1*i*3"/>
  <p:tag name="KSO_WM_TEMPLATE_CATEGORY" val="custom"/>
  <p:tag name="KSO_WM_TEMPLATE_INDEX" val="222"/>
  <p:tag name="KSO_WM_UNIT_LAYERLEVEL" val="1"/>
  <p:tag name="KSO_WM_TAG_VERSION" val="1.0"/>
  <p:tag name="KSO_WM_BEAUTIFY_FLAG" val="#wm#"/>
  <p:tag name="KSO_WM_UNIT_TYPE" val="i"/>
  <p:tag name="KSO_WM_UNIT_INDEX" val="3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ID" val="custom222_1*i*4"/>
  <p:tag name="KSO_WM_TEMPLATE_CATEGORY" val="custom"/>
  <p:tag name="KSO_WM_TEMPLATE_INDEX" val="222"/>
  <p:tag name="KSO_WM_UNIT_LAYERLEVEL" val="1"/>
  <p:tag name="KSO_WM_TAG_VERSION" val="1.0"/>
  <p:tag name="KSO_WM_BEAUTIFY_FLAG" val="#wm#"/>
  <p:tag name="KSO_WM_UNIT_TYPE" val="i"/>
  <p:tag name="KSO_WM_UNIT_INDEX" val="4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ID" val="custom222_11*i*7"/>
  <p:tag name="KSO_WM_TEMPLATE_CATEGORY" val="custom"/>
  <p:tag name="KSO_WM_TEMPLATE_INDEX" val="222"/>
  <p:tag name="KSO_WM_UNIT_HIGHLIGHT" val="0"/>
  <p:tag name="KSO_WM_UNIT_COMPATIBLE" val="0"/>
  <p:tag name="KSO_WM_UNIT_LAYERLEVEL" val="1"/>
  <p:tag name="KSO_WM_DIAGRAM_GROUP_CODE" val="m1-3"/>
  <p:tag name="KSO_WM_UNIT_TYPE" val="i"/>
  <p:tag name="KSO_WM_UNIT_INDEX" val="7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ID" val="custom222_7*i*4"/>
  <p:tag name="KSO_WM_TEMPLATE_CATEGORY" val="custom"/>
  <p:tag name="KSO_WM_TEMPLATE_INDEX" val="222"/>
  <p:tag name="KSO_WM_UNIT_HIGHLIGHT" val="0"/>
  <p:tag name="KSO_WM_UNIT_COMPATIBLE" val="0"/>
  <p:tag name="KSO_WM_UNIT_LAYERLEVEL" val="1"/>
  <p:tag name="KSO_WM_DIAGRAM_GROUP_CODE" val="n1n2-1"/>
  <p:tag name="KSO_WM_UNIT_TYPE" val="i"/>
  <p:tag name="KSO_WM_UNIT_INDEX" val="4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ID" val="custom222_1*i*1"/>
  <p:tag name="KSO_WM_TEMPLATE_CATEGORY" val="custom"/>
  <p:tag name="KSO_WM_TEMPLATE_INDEX" val="222"/>
  <p:tag name="KSO_WM_UNIT_LAYERLEVEL" val="1"/>
  <p:tag name="KSO_WM_TAG_VERSION" val="1.0"/>
  <p:tag name="KSO_WM_BEAUTIFY_FLAG" val="#wm#"/>
  <p:tag name="KSO_WM_UNIT_TYPE" val="i"/>
  <p:tag name="KSO_WM_UNIT_INDEX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ID" val="custom222_7*i*4"/>
  <p:tag name="KSO_WM_TEMPLATE_CATEGORY" val="custom"/>
  <p:tag name="KSO_WM_TEMPLATE_INDEX" val="222"/>
  <p:tag name="KSO_WM_UNIT_HIGHLIGHT" val="0"/>
  <p:tag name="KSO_WM_UNIT_COMPATIBLE" val="0"/>
  <p:tag name="KSO_WM_UNIT_LAYERLEVEL" val="1"/>
  <p:tag name="KSO_WM_DIAGRAM_GROUP_CODE" val="n1n2-1"/>
  <p:tag name="KSO_WM_UNIT_TYPE" val="i"/>
  <p:tag name="KSO_WM_UNIT_INDEX" val="4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ID" val="custom222_11*i*7"/>
  <p:tag name="KSO_WM_TEMPLATE_CATEGORY" val="custom"/>
  <p:tag name="KSO_WM_TEMPLATE_INDEX" val="222"/>
  <p:tag name="KSO_WM_UNIT_HIGHLIGHT" val="0"/>
  <p:tag name="KSO_WM_UNIT_COMPATIBLE" val="0"/>
  <p:tag name="KSO_WM_UNIT_LAYERLEVEL" val="1"/>
  <p:tag name="KSO_WM_DIAGRAM_GROUP_CODE" val="m1-3"/>
  <p:tag name="KSO_WM_UNIT_TYPE" val="i"/>
  <p:tag name="KSO_WM_UNIT_INDEX" val="7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ID" val="custom222_11*i*7"/>
  <p:tag name="KSO_WM_TEMPLATE_CATEGORY" val="custom"/>
  <p:tag name="KSO_WM_TEMPLATE_INDEX" val="222"/>
  <p:tag name="KSO_WM_UNIT_HIGHLIGHT" val="0"/>
  <p:tag name="KSO_WM_UNIT_COMPATIBLE" val="0"/>
  <p:tag name="KSO_WM_UNIT_LAYERLEVEL" val="1"/>
  <p:tag name="KSO_WM_DIAGRAM_GROUP_CODE" val="m1-3"/>
  <p:tag name="KSO_WM_UNIT_TYPE" val="i"/>
  <p:tag name="KSO_WM_UNIT_INDEX" val="7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ID" val="custom222_7*i*4"/>
  <p:tag name="KSO_WM_TEMPLATE_CATEGORY" val="custom"/>
  <p:tag name="KSO_WM_TEMPLATE_INDEX" val="222"/>
  <p:tag name="KSO_WM_UNIT_HIGHLIGHT" val="0"/>
  <p:tag name="KSO_WM_UNIT_COMPATIBLE" val="0"/>
  <p:tag name="KSO_WM_UNIT_LAYERLEVEL" val="1"/>
  <p:tag name="KSO_WM_DIAGRAM_GROUP_CODE" val="n1n2-1"/>
  <p:tag name="KSO_WM_UNIT_TYPE" val="i"/>
  <p:tag name="KSO_WM_UNIT_INDEX" val="4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ID" val="custom222_11*i*7"/>
  <p:tag name="KSO_WM_TEMPLATE_CATEGORY" val="custom"/>
  <p:tag name="KSO_WM_TEMPLATE_INDEX" val="222"/>
  <p:tag name="KSO_WM_UNIT_HIGHLIGHT" val="0"/>
  <p:tag name="KSO_WM_UNIT_COMPATIBLE" val="0"/>
  <p:tag name="KSO_WM_UNIT_LAYERLEVEL" val="1"/>
  <p:tag name="KSO_WM_DIAGRAM_GROUP_CODE" val="m1-3"/>
  <p:tag name="KSO_WM_UNIT_TYPE" val="i"/>
  <p:tag name="KSO_WM_UNIT_INDEX" val="7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ID" val="custom222_7*i*4"/>
  <p:tag name="KSO_WM_TEMPLATE_CATEGORY" val="custom"/>
  <p:tag name="KSO_WM_TEMPLATE_INDEX" val="222"/>
  <p:tag name="KSO_WM_UNIT_HIGHLIGHT" val="0"/>
  <p:tag name="KSO_WM_UNIT_COMPATIBLE" val="0"/>
  <p:tag name="KSO_WM_UNIT_LAYERLEVEL" val="1"/>
  <p:tag name="KSO_WM_DIAGRAM_GROUP_CODE" val="n1n2-1"/>
  <p:tag name="KSO_WM_UNIT_TYPE" val="i"/>
  <p:tag name="KSO_WM_UNIT_INDEX" val="4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ID" val="custom222_7*i*4"/>
  <p:tag name="KSO_WM_TEMPLATE_CATEGORY" val="custom"/>
  <p:tag name="KSO_WM_TEMPLATE_INDEX" val="222"/>
  <p:tag name="KSO_WM_UNIT_HIGHLIGHT" val="0"/>
  <p:tag name="KSO_WM_UNIT_COMPATIBLE" val="0"/>
  <p:tag name="KSO_WM_UNIT_LAYERLEVEL" val="1"/>
  <p:tag name="KSO_WM_DIAGRAM_GROUP_CODE" val="n1n2-1"/>
  <p:tag name="KSO_WM_UNIT_TYPE" val="i"/>
  <p:tag name="KSO_WM_UNIT_INDEX" val="4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ID" val="custom222_11*i*7"/>
  <p:tag name="KSO_WM_TEMPLATE_CATEGORY" val="custom"/>
  <p:tag name="KSO_WM_TEMPLATE_INDEX" val="222"/>
  <p:tag name="KSO_WM_UNIT_HIGHLIGHT" val="0"/>
  <p:tag name="KSO_WM_UNIT_COMPATIBLE" val="0"/>
  <p:tag name="KSO_WM_UNIT_LAYERLEVEL" val="1"/>
  <p:tag name="KSO_WM_DIAGRAM_GROUP_CODE" val="m1-3"/>
  <p:tag name="KSO_WM_UNIT_TYPE" val="i"/>
  <p:tag name="KSO_WM_UNIT_INDEX" val="7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ID" val="custom222_7*i*4"/>
  <p:tag name="KSO_WM_TEMPLATE_CATEGORY" val="custom"/>
  <p:tag name="KSO_WM_TEMPLATE_INDEX" val="222"/>
  <p:tag name="KSO_WM_UNIT_HIGHLIGHT" val="0"/>
  <p:tag name="KSO_WM_UNIT_COMPATIBLE" val="0"/>
  <p:tag name="KSO_WM_UNIT_LAYERLEVEL" val="1"/>
  <p:tag name="KSO_WM_DIAGRAM_GROUP_CODE" val="n1n2-1"/>
  <p:tag name="KSO_WM_UNIT_TYPE" val="i"/>
  <p:tag name="KSO_WM_UNIT_INDEX" val="4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ID" val="custom222_11*i*7"/>
  <p:tag name="KSO_WM_TEMPLATE_CATEGORY" val="custom"/>
  <p:tag name="KSO_WM_TEMPLATE_INDEX" val="222"/>
  <p:tag name="KSO_WM_UNIT_HIGHLIGHT" val="0"/>
  <p:tag name="KSO_WM_UNIT_COMPATIBLE" val="0"/>
  <p:tag name="KSO_WM_UNIT_LAYERLEVEL" val="1"/>
  <p:tag name="KSO_WM_DIAGRAM_GROUP_CODE" val="m1-3"/>
  <p:tag name="KSO_WM_UNIT_TYPE" val="i"/>
  <p:tag name="KSO_WM_UNIT_INDEX" val="7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ID" val="custom222_7*i*4"/>
  <p:tag name="KSO_WM_TEMPLATE_CATEGORY" val="custom"/>
  <p:tag name="KSO_WM_TEMPLATE_INDEX" val="222"/>
  <p:tag name="KSO_WM_UNIT_HIGHLIGHT" val="0"/>
  <p:tag name="KSO_WM_UNIT_COMPATIBLE" val="0"/>
  <p:tag name="KSO_WM_UNIT_LAYERLEVEL" val="1"/>
  <p:tag name="KSO_WM_DIAGRAM_GROUP_CODE" val="n1n2-1"/>
  <p:tag name="KSO_WM_UNIT_TYPE" val="i"/>
  <p:tag name="KSO_WM_UNIT_INDEX" val="4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ID" val="custom222_7*i*4"/>
  <p:tag name="KSO_WM_TEMPLATE_CATEGORY" val="custom"/>
  <p:tag name="KSO_WM_TEMPLATE_INDEX" val="222"/>
  <p:tag name="KSO_WM_UNIT_HIGHLIGHT" val="0"/>
  <p:tag name="KSO_WM_UNIT_COMPATIBLE" val="0"/>
  <p:tag name="KSO_WM_UNIT_LAYERLEVEL" val="1"/>
  <p:tag name="KSO_WM_DIAGRAM_GROUP_CODE" val="n1n2-1"/>
  <p:tag name="KSO_WM_UNIT_TYPE" val="i"/>
  <p:tag name="KSO_WM_UNIT_INDEX" val="4"/>
</p:tagLst>
</file>

<file path=ppt/theme/theme1.xml><?xml version="1.0" encoding="utf-8"?>
<a:theme xmlns:a="http://schemas.openxmlformats.org/drawingml/2006/main" name="company intro">
  <a:themeElements>
    <a:clrScheme name="自定义 17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95959"/>
      </a:accent1>
      <a:accent2>
        <a:srgbClr val="8496B0"/>
      </a:accent2>
      <a:accent3>
        <a:srgbClr val="5A6E8C"/>
      </a:accent3>
      <a:accent4>
        <a:srgbClr val="E4E4E4"/>
      </a:accent4>
      <a:accent5>
        <a:srgbClr val="034A90"/>
      </a:accent5>
      <a:accent6>
        <a:srgbClr val="595959"/>
      </a:accent6>
      <a:hlink>
        <a:srgbClr val="0563C1"/>
      </a:hlink>
      <a:folHlink>
        <a:srgbClr val="954F72"/>
      </a:folHlink>
    </a:clrScheme>
    <a:fontScheme name="自定义 4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734</TotalTime>
  <Words>215</Words>
  <Application>Microsoft Office PowerPoint</Application>
  <PresentationFormat>宽屏</PresentationFormat>
  <Paragraphs>133</Paragraphs>
  <Slides>10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4" baseType="lpstr">
      <vt:lpstr>等线</vt:lpstr>
      <vt:lpstr>黑体</vt:lpstr>
      <vt:lpstr>Arial</vt:lpstr>
      <vt:lpstr>company intro</vt:lpstr>
      <vt:lpstr>Bukehi的小窝</vt:lpstr>
      <vt:lpstr>首页</vt:lpstr>
      <vt:lpstr>交流</vt:lpstr>
      <vt:lpstr>活动文件</vt:lpstr>
      <vt:lpstr>PDF</vt:lpstr>
      <vt:lpstr>小说</vt:lpstr>
      <vt:lpstr>小说</vt:lpstr>
      <vt:lpstr>音乐&amp;视频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Seewo</dc:creator>
  <cp:lastModifiedBy>伊 不见</cp:lastModifiedBy>
  <cp:revision>135</cp:revision>
  <dcterms:created xsi:type="dcterms:W3CDTF">2024-03-01T10:25:00Z</dcterms:created>
  <dcterms:modified xsi:type="dcterms:W3CDTF">2024-03-23T06:10:22Z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E8ED1456BCB0490FBA99311E697AFC54_12</vt:lpwstr>
  </property>
  <property fmtid="{D5CDD505-2E9C-101B-9397-08002B2CF9AE}" pid="3" name="KSOProductBuildVer">
    <vt:lpwstr>2052-11.8.2.11718</vt:lpwstr>
  </property>
</Properties>
</file>